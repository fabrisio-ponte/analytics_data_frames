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5"/>
  </p:notesMasterIdLst>
  <p:sldIdLst>
    <p:sldId id="256" r:id="rId5"/>
    <p:sldId id="288" r:id="rId6"/>
    <p:sldId id="459" r:id="rId7"/>
    <p:sldId id="462" r:id="rId8"/>
    <p:sldId id="464" r:id="rId9"/>
    <p:sldId id="447" r:id="rId10"/>
    <p:sldId id="473" r:id="rId11"/>
    <p:sldId id="494" r:id="rId12"/>
    <p:sldId id="495"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87" d="100"/>
          <a:sy n="87" d="100"/>
        </p:scale>
        <p:origin x="120" y="11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Customer's</a:t>
            </a:r>
            <a:r>
              <a:rPr lang="en-US" baseline="0"/>
              <a:t> Age</a:t>
            </a:r>
            <a:endParaRPr lang="en-US"/>
          </a:p>
        </c:rich>
      </c:tx>
      <c:overlay val="0"/>
    </c:title>
    <c:autoTitleDeleted val="0"/>
    <c:plotArea>
      <c:layout/>
      <c:barChart>
        <c:barDir val="col"/>
        <c:grouping val="clustered"/>
        <c:varyColors val="0"/>
        <c:ser>
          <c:idx val="0"/>
          <c:order val="0"/>
          <c:tx>
            <c:v>Frequency</c:v>
          </c:tx>
          <c:invertIfNegative val="0"/>
          <c:cat>
            <c:strRef>
              <c:f>Sheet3!$A$2:$A$17</c:f>
              <c:strCache>
                <c:ptCount val="16"/>
                <c:pt idx="0">
                  <c:v>20</c:v>
                </c:pt>
                <c:pt idx="1">
                  <c:v>30</c:v>
                </c:pt>
                <c:pt idx="2">
                  <c:v>40</c:v>
                </c:pt>
                <c:pt idx="3">
                  <c:v>50</c:v>
                </c:pt>
                <c:pt idx="4">
                  <c:v>60</c:v>
                </c:pt>
                <c:pt idx="5">
                  <c:v>70</c:v>
                </c:pt>
                <c:pt idx="6">
                  <c:v>80</c:v>
                </c:pt>
                <c:pt idx="7">
                  <c:v>90</c:v>
                </c:pt>
                <c:pt idx="8">
                  <c:v>100</c:v>
                </c:pt>
                <c:pt idx="9">
                  <c:v>110</c:v>
                </c:pt>
                <c:pt idx="10">
                  <c:v>120</c:v>
                </c:pt>
                <c:pt idx="11">
                  <c:v>130</c:v>
                </c:pt>
                <c:pt idx="12">
                  <c:v>140</c:v>
                </c:pt>
                <c:pt idx="13">
                  <c:v>150</c:v>
                </c:pt>
                <c:pt idx="14">
                  <c:v>160</c:v>
                </c:pt>
                <c:pt idx="15">
                  <c:v>More</c:v>
                </c:pt>
              </c:strCache>
            </c:strRef>
          </c:cat>
          <c:val>
            <c:numRef>
              <c:f>Sheet3!$B$2:$B$17</c:f>
              <c:numCache>
                <c:formatCode>General</c:formatCode>
                <c:ptCount val="16"/>
                <c:pt idx="0">
                  <c:v>0</c:v>
                </c:pt>
                <c:pt idx="1">
                  <c:v>5</c:v>
                </c:pt>
                <c:pt idx="2">
                  <c:v>5</c:v>
                </c:pt>
                <c:pt idx="3">
                  <c:v>5</c:v>
                </c:pt>
                <c:pt idx="4">
                  <c:v>2</c:v>
                </c:pt>
                <c:pt idx="5">
                  <c:v>4</c:v>
                </c:pt>
                <c:pt idx="6">
                  <c:v>1</c:v>
                </c:pt>
                <c:pt idx="7">
                  <c:v>0</c:v>
                </c:pt>
                <c:pt idx="8">
                  <c:v>0</c:v>
                </c:pt>
                <c:pt idx="9">
                  <c:v>0</c:v>
                </c:pt>
                <c:pt idx="10">
                  <c:v>0</c:v>
                </c:pt>
                <c:pt idx="11">
                  <c:v>0</c:v>
                </c:pt>
                <c:pt idx="12">
                  <c:v>0</c:v>
                </c:pt>
                <c:pt idx="13">
                  <c:v>1</c:v>
                </c:pt>
                <c:pt idx="14">
                  <c:v>0</c:v>
                </c:pt>
                <c:pt idx="15">
                  <c:v>0</c:v>
                </c:pt>
              </c:numCache>
            </c:numRef>
          </c:val>
          <c:extLst>
            <c:ext xmlns:c16="http://schemas.microsoft.com/office/drawing/2014/chart" uri="{C3380CC4-5D6E-409C-BE32-E72D297353CC}">
              <c16:uniqueId val="{00000000-2AE8-4A00-B403-15C44C4CCB62}"/>
            </c:ext>
          </c:extLst>
        </c:ser>
        <c:dLbls>
          <c:showLegendKey val="0"/>
          <c:showVal val="0"/>
          <c:showCatName val="0"/>
          <c:showSerName val="0"/>
          <c:showPercent val="0"/>
          <c:showBubbleSize val="0"/>
        </c:dLbls>
        <c:gapWidth val="150"/>
        <c:axId val="433673552"/>
        <c:axId val="536347648"/>
      </c:barChart>
      <c:catAx>
        <c:axId val="433673552"/>
        <c:scaling>
          <c:orientation val="minMax"/>
        </c:scaling>
        <c:delete val="0"/>
        <c:axPos val="b"/>
        <c:title>
          <c:tx>
            <c:rich>
              <a:bodyPr/>
              <a:lstStyle/>
              <a:p>
                <a:pPr>
                  <a:defRPr/>
                </a:pPr>
                <a:r>
                  <a:rPr lang="en-US"/>
                  <a:t>bins</a:t>
                </a:r>
              </a:p>
            </c:rich>
          </c:tx>
          <c:overlay val="0"/>
        </c:title>
        <c:numFmt formatCode="General" sourceLinked="1"/>
        <c:majorTickMark val="out"/>
        <c:minorTickMark val="none"/>
        <c:tickLblPos val="nextTo"/>
        <c:crossAx val="536347648"/>
        <c:crosses val="autoZero"/>
        <c:auto val="1"/>
        <c:lblAlgn val="ctr"/>
        <c:lblOffset val="100"/>
        <c:noMultiLvlLbl val="0"/>
      </c:catAx>
      <c:valAx>
        <c:axId val="536347648"/>
        <c:scaling>
          <c:orientation val="minMax"/>
        </c:scaling>
        <c:delete val="0"/>
        <c:axPos val="l"/>
        <c:title>
          <c:tx>
            <c:rich>
              <a:bodyPr/>
              <a:lstStyle/>
              <a:p>
                <a:pPr>
                  <a:defRPr/>
                </a:pPr>
                <a:r>
                  <a:rPr lang="en-US"/>
                  <a:t>Frequency</a:t>
                </a:r>
              </a:p>
            </c:rich>
          </c:tx>
          <c:overlay val="0"/>
        </c:title>
        <c:numFmt formatCode="General" sourceLinked="1"/>
        <c:majorTickMark val="out"/>
        <c:minorTickMark val="none"/>
        <c:tickLblPos val="nextTo"/>
        <c:crossAx val="433673552"/>
        <c:crosses val="autoZero"/>
        <c:crossBetween val="between"/>
      </c:valAx>
    </c:plotArea>
    <c:plotVisOnly val="1"/>
    <c:dispBlanksAs val="gap"/>
    <c:extLst>
      <c:ext xmlns:c16r3="http://schemas.microsoft.com/office/drawing/2017/03/chart" uri="{56B9EC1D-385E-4148-901F-78D8002777C0}">
        <c16r3:dataDisplayOptions16>
          <c16r3:dispNaAsBlank val="1"/>
        </c16r3:dataDisplayOptions16>
      </c:ext>
    </c:extLst>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33ED13-264E-4E09-A83B-099CC54B3A1C}" type="doc">
      <dgm:prSet loTypeId="urn:microsoft.com/office/officeart/2005/8/layout/process1" loCatId="process" qsTypeId="urn:microsoft.com/office/officeart/2005/8/quickstyle/3d2" qsCatId="3D" csTypeId="urn:microsoft.com/office/officeart/2005/8/colors/colorful1" csCatId="colorful" phldr="1"/>
      <dgm:spPr/>
    </dgm:pt>
    <dgm:pt modelId="{92BF93CB-E28C-4C5D-B005-43F0327462A7}">
      <dgm:prSet phldrT="[Text]"/>
      <dgm:spPr/>
      <dgm:t>
        <a:bodyPr/>
        <a:lstStyle/>
        <a:p>
          <a:r>
            <a:rPr lang="en-US" dirty="0"/>
            <a:t>Garbage Data</a:t>
          </a:r>
        </a:p>
      </dgm:t>
    </dgm:pt>
    <dgm:pt modelId="{35DFB824-4A31-4F1A-96C2-18D395648324}" type="parTrans" cxnId="{5A5BA058-1A3C-4151-B173-690FBEDBC1F8}">
      <dgm:prSet/>
      <dgm:spPr/>
      <dgm:t>
        <a:bodyPr/>
        <a:lstStyle/>
        <a:p>
          <a:endParaRPr lang="en-US"/>
        </a:p>
      </dgm:t>
    </dgm:pt>
    <dgm:pt modelId="{7D406677-717A-4C05-9004-5A42EB606FC9}" type="sibTrans" cxnId="{5A5BA058-1A3C-4151-B173-690FBEDBC1F8}">
      <dgm:prSet/>
      <dgm:spPr/>
      <dgm:t>
        <a:bodyPr/>
        <a:lstStyle/>
        <a:p>
          <a:endParaRPr lang="en-US"/>
        </a:p>
      </dgm:t>
    </dgm:pt>
    <dgm:pt modelId="{609AF37F-F03A-473D-9969-537FB24171E6}">
      <dgm:prSet phldrT="[Text]"/>
      <dgm:spPr/>
      <dgm:t>
        <a:bodyPr/>
        <a:lstStyle/>
        <a:p>
          <a:r>
            <a:rPr lang="en-US" dirty="0"/>
            <a:t>Garbage Results</a:t>
          </a:r>
        </a:p>
      </dgm:t>
    </dgm:pt>
    <dgm:pt modelId="{6634F045-C671-4A2E-9CDA-70FCCE7C11D5}" type="parTrans" cxnId="{9C6196CB-CB13-4892-8004-79DA2B1467F5}">
      <dgm:prSet/>
      <dgm:spPr/>
      <dgm:t>
        <a:bodyPr/>
        <a:lstStyle/>
        <a:p>
          <a:endParaRPr lang="en-US"/>
        </a:p>
      </dgm:t>
    </dgm:pt>
    <dgm:pt modelId="{990C7EBF-375F-43D6-9F51-8B4FE64E0971}" type="sibTrans" cxnId="{9C6196CB-CB13-4892-8004-79DA2B1467F5}">
      <dgm:prSet/>
      <dgm:spPr/>
      <dgm:t>
        <a:bodyPr/>
        <a:lstStyle/>
        <a:p>
          <a:endParaRPr lang="en-US"/>
        </a:p>
      </dgm:t>
    </dgm:pt>
    <dgm:pt modelId="{9801F5D0-6166-42EE-82E6-064D7C38B8D7}">
      <dgm:prSet phldrT="[Text]"/>
      <dgm:spPr/>
      <dgm:t>
        <a:bodyPr/>
        <a:lstStyle/>
        <a:p>
          <a:r>
            <a:rPr lang="en-US" dirty="0"/>
            <a:t>Perfect Model</a:t>
          </a:r>
        </a:p>
      </dgm:t>
    </dgm:pt>
    <dgm:pt modelId="{8484A92C-6493-4A8B-AD61-2EB8C1CE0E5D}" type="sibTrans" cxnId="{83B75C30-740A-4450-A5DF-1F58BB1213AD}">
      <dgm:prSet/>
      <dgm:spPr/>
      <dgm:t>
        <a:bodyPr/>
        <a:lstStyle/>
        <a:p>
          <a:endParaRPr lang="en-US"/>
        </a:p>
      </dgm:t>
    </dgm:pt>
    <dgm:pt modelId="{69EDA3AB-8883-4F16-BB50-CD6901163098}" type="parTrans" cxnId="{83B75C30-740A-4450-A5DF-1F58BB1213AD}">
      <dgm:prSet/>
      <dgm:spPr/>
      <dgm:t>
        <a:bodyPr/>
        <a:lstStyle/>
        <a:p>
          <a:endParaRPr lang="en-US"/>
        </a:p>
      </dgm:t>
    </dgm:pt>
    <dgm:pt modelId="{B839BE3A-AC85-4B7A-8A24-64BD62F09A08}" type="pres">
      <dgm:prSet presAssocID="{4D33ED13-264E-4E09-A83B-099CC54B3A1C}" presName="Name0" presStyleCnt="0">
        <dgm:presLayoutVars>
          <dgm:dir/>
          <dgm:resizeHandles val="exact"/>
        </dgm:presLayoutVars>
      </dgm:prSet>
      <dgm:spPr/>
    </dgm:pt>
    <dgm:pt modelId="{75750A4C-799C-4D25-8422-BD81B19F3BD6}" type="pres">
      <dgm:prSet presAssocID="{92BF93CB-E28C-4C5D-B005-43F0327462A7}" presName="node" presStyleLbl="node1" presStyleIdx="0" presStyleCnt="3">
        <dgm:presLayoutVars>
          <dgm:bulletEnabled val="1"/>
        </dgm:presLayoutVars>
      </dgm:prSet>
      <dgm:spPr/>
    </dgm:pt>
    <dgm:pt modelId="{C171D816-3486-4897-9BBA-722BC7133E64}" type="pres">
      <dgm:prSet presAssocID="{7D406677-717A-4C05-9004-5A42EB606FC9}" presName="sibTrans" presStyleLbl="sibTrans2D1" presStyleIdx="0" presStyleCnt="2"/>
      <dgm:spPr/>
    </dgm:pt>
    <dgm:pt modelId="{A8EA559E-E50B-48E9-B1B9-41E7649C011B}" type="pres">
      <dgm:prSet presAssocID="{7D406677-717A-4C05-9004-5A42EB606FC9}" presName="connectorText" presStyleLbl="sibTrans2D1" presStyleIdx="0" presStyleCnt="2"/>
      <dgm:spPr/>
    </dgm:pt>
    <dgm:pt modelId="{18FF57C6-13AD-4855-A77E-BF25D24519ED}" type="pres">
      <dgm:prSet presAssocID="{9801F5D0-6166-42EE-82E6-064D7C38B8D7}" presName="node" presStyleLbl="node1" presStyleIdx="1" presStyleCnt="3" custLinFactNeighborX="-25127">
        <dgm:presLayoutVars>
          <dgm:bulletEnabled val="1"/>
        </dgm:presLayoutVars>
      </dgm:prSet>
      <dgm:spPr/>
    </dgm:pt>
    <dgm:pt modelId="{54B7BCCE-C2B6-4026-B52D-B7241DE9ACEC}" type="pres">
      <dgm:prSet presAssocID="{8484A92C-6493-4A8B-AD61-2EB8C1CE0E5D}" presName="sibTrans" presStyleLbl="sibTrans2D1" presStyleIdx="1" presStyleCnt="2"/>
      <dgm:spPr/>
    </dgm:pt>
    <dgm:pt modelId="{F1504F83-35C2-4C10-96FA-942FF5DCC0F4}" type="pres">
      <dgm:prSet presAssocID="{8484A92C-6493-4A8B-AD61-2EB8C1CE0E5D}" presName="connectorText" presStyleLbl="sibTrans2D1" presStyleIdx="1" presStyleCnt="2"/>
      <dgm:spPr/>
    </dgm:pt>
    <dgm:pt modelId="{7E4DB7AE-5155-41DC-9CB7-4A2887701F1A}" type="pres">
      <dgm:prSet presAssocID="{609AF37F-F03A-473D-9969-537FB24171E6}" presName="node" presStyleLbl="node1" presStyleIdx="2" presStyleCnt="3" custLinFactNeighborX="-38571" custLinFactNeighborY="-829">
        <dgm:presLayoutVars>
          <dgm:bulletEnabled val="1"/>
        </dgm:presLayoutVars>
      </dgm:prSet>
      <dgm:spPr/>
    </dgm:pt>
  </dgm:ptLst>
  <dgm:cxnLst>
    <dgm:cxn modelId="{ED9F721A-C4DB-4D71-91C7-5E3F6BB0AF5C}" type="presOf" srcId="{4D33ED13-264E-4E09-A83B-099CC54B3A1C}" destId="{B839BE3A-AC85-4B7A-8A24-64BD62F09A08}" srcOrd="0" destOrd="0" presId="urn:microsoft.com/office/officeart/2005/8/layout/process1"/>
    <dgm:cxn modelId="{26A9A81A-BDA4-4A09-9733-F661CD3FA96E}" type="presOf" srcId="{7D406677-717A-4C05-9004-5A42EB606FC9}" destId="{A8EA559E-E50B-48E9-B1B9-41E7649C011B}" srcOrd="1" destOrd="0" presId="urn:microsoft.com/office/officeart/2005/8/layout/process1"/>
    <dgm:cxn modelId="{83B75C30-740A-4450-A5DF-1F58BB1213AD}" srcId="{4D33ED13-264E-4E09-A83B-099CC54B3A1C}" destId="{9801F5D0-6166-42EE-82E6-064D7C38B8D7}" srcOrd="1" destOrd="0" parTransId="{69EDA3AB-8883-4F16-BB50-CD6901163098}" sibTransId="{8484A92C-6493-4A8B-AD61-2EB8C1CE0E5D}"/>
    <dgm:cxn modelId="{396A7631-E4FB-45F2-B39A-01BC0DB103BF}" type="presOf" srcId="{609AF37F-F03A-473D-9969-537FB24171E6}" destId="{7E4DB7AE-5155-41DC-9CB7-4A2887701F1A}" srcOrd="0" destOrd="0" presId="urn:microsoft.com/office/officeart/2005/8/layout/process1"/>
    <dgm:cxn modelId="{5FF66B5E-F653-4DC1-9082-B1A1225E6762}" type="presOf" srcId="{8484A92C-6493-4A8B-AD61-2EB8C1CE0E5D}" destId="{F1504F83-35C2-4C10-96FA-942FF5DCC0F4}" srcOrd="1" destOrd="0" presId="urn:microsoft.com/office/officeart/2005/8/layout/process1"/>
    <dgm:cxn modelId="{501FC642-F236-4FBE-B870-68276B64E540}" type="presOf" srcId="{8484A92C-6493-4A8B-AD61-2EB8C1CE0E5D}" destId="{54B7BCCE-C2B6-4026-B52D-B7241DE9ACEC}" srcOrd="0" destOrd="0" presId="urn:microsoft.com/office/officeart/2005/8/layout/process1"/>
    <dgm:cxn modelId="{32FE0063-AD18-451F-9C9E-81D105AB7222}" type="presOf" srcId="{92BF93CB-E28C-4C5D-B005-43F0327462A7}" destId="{75750A4C-799C-4D25-8422-BD81B19F3BD6}" srcOrd="0" destOrd="0" presId="urn:microsoft.com/office/officeart/2005/8/layout/process1"/>
    <dgm:cxn modelId="{2D5B3E58-2FFD-477B-B6C3-4E8D48650FCB}" type="presOf" srcId="{9801F5D0-6166-42EE-82E6-064D7C38B8D7}" destId="{18FF57C6-13AD-4855-A77E-BF25D24519ED}" srcOrd="0" destOrd="0" presId="urn:microsoft.com/office/officeart/2005/8/layout/process1"/>
    <dgm:cxn modelId="{5A5BA058-1A3C-4151-B173-690FBEDBC1F8}" srcId="{4D33ED13-264E-4E09-A83B-099CC54B3A1C}" destId="{92BF93CB-E28C-4C5D-B005-43F0327462A7}" srcOrd="0" destOrd="0" parTransId="{35DFB824-4A31-4F1A-96C2-18D395648324}" sibTransId="{7D406677-717A-4C05-9004-5A42EB606FC9}"/>
    <dgm:cxn modelId="{9C6196CB-CB13-4892-8004-79DA2B1467F5}" srcId="{4D33ED13-264E-4E09-A83B-099CC54B3A1C}" destId="{609AF37F-F03A-473D-9969-537FB24171E6}" srcOrd="2" destOrd="0" parTransId="{6634F045-C671-4A2E-9CDA-70FCCE7C11D5}" sibTransId="{990C7EBF-375F-43D6-9F51-8B4FE64E0971}"/>
    <dgm:cxn modelId="{60882CFC-9ABA-47A6-9DB8-14FC58E9BB61}" type="presOf" srcId="{7D406677-717A-4C05-9004-5A42EB606FC9}" destId="{C171D816-3486-4897-9BBA-722BC7133E64}" srcOrd="0" destOrd="0" presId="urn:microsoft.com/office/officeart/2005/8/layout/process1"/>
    <dgm:cxn modelId="{F66A5159-3385-4926-AF2A-FDF05F304382}" type="presParOf" srcId="{B839BE3A-AC85-4B7A-8A24-64BD62F09A08}" destId="{75750A4C-799C-4D25-8422-BD81B19F3BD6}" srcOrd="0" destOrd="0" presId="urn:microsoft.com/office/officeart/2005/8/layout/process1"/>
    <dgm:cxn modelId="{A9751530-9C67-4B61-9FC8-4E01EE19D7C3}" type="presParOf" srcId="{B839BE3A-AC85-4B7A-8A24-64BD62F09A08}" destId="{C171D816-3486-4897-9BBA-722BC7133E64}" srcOrd="1" destOrd="0" presId="urn:microsoft.com/office/officeart/2005/8/layout/process1"/>
    <dgm:cxn modelId="{B06C1F4A-3244-479E-9645-B849F13E36F9}" type="presParOf" srcId="{C171D816-3486-4897-9BBA-722BC7133E64}" destId="{A8EA559E-E50B-48E9-B1B9-41E7649C011B}" srcOrd="0" destOrd="0" presId="urn:microsoft.com/office/officeart/2005/8/layout/process1"/>
    <dgm:cxn modelId="{51935603-32B6-4961-864D-F1CDB51312CB}" type="presParOf" srcId="{B839BE3A-AC85-4B7A-8A24-64BD62F09A08}" destId="{18FF57C6-13AD-4855-A77E-BF25D24519ED}" srcOrd="2" destOrd="0" presId="urn:microsoft.com/office/officeart/2005/8/layout/process1"/>
    <dgm:cxn modelId="{C5896D6F-6C0B-4B40-A114-716E5FA042A9}" type="presParOf" srcId="{B839BE3A-AC85-4B7A-8A24-64BD62F09A08}" destId="{54B7BCCE-C2B6-4026-B52D-B7241DE9ACEC}" srcOrd="3" destOrd="0" presId="urn:microsoft.com/office/officeart/2005/8/layout/process1"/>
    <dgm:cxn modelId="{61A63287-4944-430F-99B6-0CDD0C9CED78}" type="presParOf" srcId="{54B7BCCE-C2B6-4026-B52D-B7241DE9ACEC}" destId="{F1504F83-35C2-4C10-96FA-942FF5DCC0F4}" srcOrd="0" destOrd="0" presId="urn:microsoft.com/office/officeart/2005/8/layout/process1"/>
    <dgm:cxn modelId="{CF237CF4-5B78-489F-BD31-395AE0DACB74}" type="presParOf" srcId="{B839BE3A-AC85-4B7A-8A24-64BD62F09A08}" destId="{7E4DB7AE-5155-41DC-9CB7-4A2887701F1A}"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9FEB00-65E2-4879-A6B2-8882D5E90BCA}"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222D1219-FBA6-4B43-B8BF-96429EAD7302}">
      <dgm:prSet/>
      <dgm:spPr/>
      <dgm:t>
        <a:bodyPr/>
        <a:lstStyle/>
        <a:p>
          <a:r>
            <a:rPr lang="en-US" dirty="0"/>
            <a:t>Company XYZ changes the fleet of cars every three years. They do not have a schedule for when to change the oil but rather change the oil whenever the car is available. The maintenance records are available. Managers want to know if changing oil of a car more frequently is a good thing? Does it save money in the long run? </a:t>
          </a:r>
        </a:p>
      </dgm:t>
    </dgm:pt>
    <dgm:pt modelId="{C6E2D865-F5AD-42CB-AF5B-6F2EDBB23E9C}" type="parTrans" cxnId="{1ED4800A-38F6-4D27-95BB-5CF9D7DC9275}">
      <dgm:prSet/>
      <dgm:spPr/>
      <dgm:t>
        <a:bodyPr/>
        <a:lstStyle/>
        <a:p>
          <a:endParaRPr lang="en-US"/>
        </a:p>
      </dgm:t>
    </dgm:pt>
    <dgm:pt modelId="{CD6DFF27-EB02-4093-A4F4-09E1ED7BBAEA}" type="sibTrans" cxnId="{1ED4800A-38F6-4D27-95BB-5CF9D7DC9275}">
      <dgm:prSet/>
      <dgm:spPr/>
      <dgm:t>
        <a:bodyPr/>
        <a:lstStyle/>
        <a:p>
          <a:endParaRPr lang="en-US"/>
        </a:p>
      </dgm:t>
    </dgm:pt>
    <dgm:pt modelId="{3BB4E453-6063-4D5C-B896-2A5C5CFFB8E0}">
      <dgm:prSet/>
      <dgm:spPr/>
      <dgm:t>
        <a:bodyPr/>
        <a:lstStyle/>
        <a:p>
          <a:r>
            <a:rPr lang="en-US"/>
            <a:t>Import data from :Oil.csv” file.</a:t>
          </a:r>
        </a:p>
      </dgm:t>
    </dgm:pt>
    <dgm:pt modelId="{5B8AE15B-B543-4A4C-9280-801B69A7C59A}" type="parTrans" cxnId="{A69702E5-C4EB-4583-85A4-3DABF737663C}">
      <dgm:prSet/>
      <dgm:spPr/>
      <dgm:t>
        <a:bodyPr/>
        <a:lstStyle/>
        <a:p>
          <a:endParaRPr lang="en-US"/>
        </a:p>
      </dgm:t>
    </dgm:pt>
    <dgm:pt modelId="{966BB95E-76FE-4894-8D2D-1571DE415CAF}" type="sibTrans" cxnId="{A69702E5-C4EB-4583-85A4-3DABF737663C}">
      <dgm:prSet/>
      <dgm:spPr/>
      <dgm:t>
        <a:bodyPr/>
        <a:lstStyle/>
        <a:p>
          <a:endParaRPr lang="en-US"/>
        </a:p>
      </dgm:t>
    </dgm:pt>
    <dgm:pt modelId="{89639BC3-2DD9-4494-9DDD-3A8D0AAC0C21}">
      <dgm:prSet/>
      <dgm:spPr/>
      <dgm:t>
        <a:bodyPr/>
        <a:lstStyle/>
        <a:p>
          <a:r>
            <a:rPr lang="en-US" dirty="0"/>
            <a:t>Sort the data by “  Miles “</a:t>
          </a:r>
        </a:p>
      </dgm:t>
    </dgm:pt>
    <dgm:pt modelId="{EBF1E188-BBD3-4F7E-8601-29F4791FB05C}" type="parTrans" cxnId="{94467401-5994-4393-A02D-C4F97B7F5910}">
      <dgm:prSet/>
      <dgm:spPr/>
      <dgm:t>
        <a:bodyPr/>
        <a:lstStyle/>
        <a:p>
          <a:endParaRPr lang="en-US"/>
        </a:p>
      </dgm:t>
    </dgm:pt>
    <dgm:pt modelId="{A77B32F2-E7E2-46B8-BF80-444A8547B73F}" type="sibTrans" cxnId="{94467401-5994-4393-A02D-C4F97B7F5910}">
      <dgm:prSet/>
      <dgm:spPr/>
      <dgm:t>
        <a:bodyPr/>
        <a:lstStyle/>
        <a:p>
          <a:endParaRPr lang="en-US"/>
        </a:p>
      </dgm:t>
    </dgm:pt>
    <dgm:pt modelId="{770F619C-4985-432D-84C5-B0B07F92652F}">
      <dgm:prSet/>
      <dgm:spPr/>
      <dgm:t>
        <a:bodyPr/>
        <a:lstStyle/>
        <a:p>
          <a:r>
            <a:rPr lang="en-US" dirty="0"/>
            <a:t>Impute missing values</a:t>
          </a:r>
        </a:p>
      </dgm:t>
    </dgm:pt>
    <dgm:pt modelId="{619506CB-1398-426F-B855-EC9703C89097}" type="parTrans" cxnId="{8BA139CB-B3A7-4D49-93E8-8CD7CB4B34DE}">
      <dgm:prSet/>
      <dgm:spPr/>
      <dgm:t>
        <a:bodyPr/>
        <a:lstStyle/>
        <a:p>
          <a:endParaRPr lang="en-US"/>
        </a:p>
      </dgm:t>
    </dgm:pt>
    <dgm:pt modelId="{01CC0027-F336-47B3-A423-E14F5CD79975}" type="sibTrans" cxnId="{8BA139CB-B3A7-4D49-93E8-8CD7CB4B34DE}">
      <dgm:prSet/>
      <dgm:spPr/>
      <dgm:t>
        <a:bodyPr/>
        <a:lstStyle/>
        <a:p>
          <a:endParaRPr lang="en-US"/>
        </a:p>
      </dgm:t>
    </dgm:pt>
    <dgm:pt modelId="{D9E28D29-FB99-42EB-B070-8292C9BE7FA5}">
      <dgm:prSet/>
      <dgm:spPr/>
      <dgm:t>
        <a:bodyPr/>
        <a:lstStyle/>
        <a:p>
          <a:r>
            <a:rPr lang="en-US"/>
            <a:t>Recode categorical variables</a:t>
          </a:r>
        </a:p>
      </dgm:t>
    </dgm:pt>
    <dgm:pt modelId="{13633155-E906-46AD-A5C4-50F01022F2B1}" type="parTrans" cxnId="{11FEBDCF-0000-4A15-9DC9-080A041A57FE}">
      <dgm:prSet/>
      <dgm:spPr/>
      <dgm:t>
        <a:bodyPr/>
        <a:lstStyle/>
        <a:p>
          <a:endParaRPr lang="en-US"/>
        </a:p>
      </dgm:t>
    </dgm:pt>
    <dgm:pt modelId="{A106A6BC-437A-4375-BF60-121C7B2207E9}" type="sibTrans" cxnId="{11FEBDCF-0000-4A15-9DC9-080A041A57FE}">
      <dgm:prSet/>
      <dgm:spPr/>
      <dgm:t>
        <a:bodyPr/>
        <a:lstStyle/>
        <a:p>
          <a:endParaRPr lang="en-US"/>
        </a:p>
      </dgm:t>
    </dgm:pt>
    <dgm:pt modelId="{4AECEBB3-3231-44C6-BB46-8B814EF4921D}">
      <dgm:prSet/>
      <dgm:spPr/>
      <dgm:t>
        <a:bodyPr/>
        <a:lstStyle/>
        <a:p>
          <a:r>
            <a:rPr lang="en-US" dirty="0"/>
            <a:t>Find the descriptive statistics by vehicle type.</a:t>
          </a:r>
        </a:p>
      </dgm:t>
    </dgm:pt>
    <dgm:pt modelId="{990D8880-A161-48FB-8B0E-C1A7F25DA479}" type="parTrans" cxnId="{BF403FEF-EB86-4F87-9BB8-9EBF810BAF2D}">
      <dgm:prSet/>
      <dgm:spPr/>
      <dgm:t>
        <a:bodyPr/>
        <a:lstStyle/>
        <a:p>
          <a:endParaRPr lang="en-US"/>
        </a:p>
      </dgm:t>
    </dgm:pt>
    <dgm:pt modelId="{52D16769-E31F-4D82-B021-4D47984DF5C3}" type="sibTrans" cxnId="{BF403FEF-EB86-4F87-9BB8-9EBF810BAF2D}">
      <dgm:prSet/>
      <dgm:spPr/>
      <dgm:t>
        <a:bodyPr/>
        <a:lstStyle/>
        <a:p>
          <a:endParaRPr lang="en-US"/>
        </a:p>
      </dgm:t>
    </dgm:pt>
    <dgm:pt modelId="{B7867E97-EC43-4428-949D-4CAC38C27409}" type="pres">
      <dgm:prSet presAssocID="{0F9FEB00-65E2-4879-A6B2-8882D5E90BCA}" presName="vert0" presStyleCnt="0">
        <dgm:presLayoutVars>
          <dgm:dir/>
          <dgm:animOne val="branch"/>
          <dgm:animLvl val="lvl"/>
        </dgm:presLayoutVars>
      </dgm:prSet>
      <dgm:spPr/>
    </dgm:pt>
    <dgm:pt modelId="{4C878F1A-A7E2-4F01-9821-09A7850B3448}" type="pres">
      <dgm:prSet presAssocID="{222D1219-FBA6-4B43-B8BF-96429EAD7302}" presName="thickLine" presStyleLbl="alignNode1" presStyleIdx="0" presStyleCnt="6"/>
      <dgm:spPr/>
    </dgm:pt>
    <dgm:pt modelId="{487F7F0F-A8DD-4B71-8693-782A242CEFA2}" type="pres">
      <dgm:prSet presAssocID="{222D1219-FBA6-4B43-B8BF-96429EAD7302}" presName="horz1" presStyleCnt="0"/>
      <dgm:spPr/>
    </dgm:pt>
    <dgm:pt modelId="{A6071BD1-2A03-41D2-B1B1-AADCB95448B9}" type="pres">
      <dgm:prSet presAssocID="{222D1219-FBA6-4B43-B8BF-96429EAD7302}" presName="tx1" presStyleLbl="revTx" presStyleIdx="0" presStyleCnt="6"/>
      <dgm:spPr/>
    </dgm:pt>
    <dgm:pt modelId="{A2522EE9-02A5-43E2-91BF-9A4B464FE1E0}" type="pres">
      <dgm:prSet presAssocID="{222D1219-FBA6-4B43-B8BF-96429EAD7302}" presName="vert1" presStyleCnt="0"/>
      <dgm:spPr/>
    </dgm:pt>
    <dgm:pt modelId="{D93E8644-1B57-47F4-B5E5-D0B7F6B0E953}" type="pres">
      <dgm:prSet presAssocID="{3BB4E453-6063-4D5C-B896-2A5C5CFFB8E0}" presName="thickLine" presStyleLbl="alignNode1" presStyleIdx="1" presStyleCnt="6"/>
      <dgm:spPr/>
    </dgm:pt>
    <dgm:pt modelId="{EAA562AF-567C-4C65-80CE-7073328041DD}" type="pres">
      <dgm:prSet presAssocID="{3BB4E453-6063-4D5C-B896-2A5C5CFFB8E0}" presName="horz1" presStyleCnt="0"/>
      <dgm:spPr/>
    </dgm:pt>
    <dgm:pt modelId="{8D711625-2150-46FF-9110-738DC2ED1F7E}" type="pres">
      <dgm:prSet presAssocID="{3BB4E453-6063-4D5C-B896-2A5C5CFFB8E0}" presName="tx1" presStyleLbl="revTx" presStyleIdx="1" presStyleCnt="6"/>
      <dgm:spPr/>
    </dgm:pt>
    <dgm:pt modelId="{346F3345-7B24-4DC8-AE84-02DB3B809442}" type="pres">
      <dgm:prSet presAssocID="{3BB4E453-6063-4D5C-B896-2A5C5CFFB8E0}" presName="vert1" presStyleCnt="0"/>
      <dgm:spPr/>
    </dgm:pt>
    <dgm:pt modelId="{FFD3C32F-3428-4101-81DB-3B852E5BBD4A}" type="pres">
      <dgm:prSet presAssocID="{89639BC3-2DD9-4494-9DDD-3A8D0AAC0C21}" presName="thickLine" presStyleLbl="alignNode1" presStyleIdx="2" presStyleCnt="6"/>
      <dgm:spPr/>
    </dgm:pt>
    <dgm:pt modelId="{DEA0EF2B-4617-4C1C-BDF3-AC04EE8F3261}" type="pres">
      <dgm:prSet presAssocID="{89639BC3-2DD9-4494-9DDD-3A8D0AAC0C21}" presName="horz1" presStyleCnt="0"/>
      <dgm:spPr/>
    </dgm:pt>
    <dgm:pt modelId="{119EB9DF-1DC0-4888-8414-A66AEF041215}" type="pres">
      <dgm:prSet presAssocID="{89639BC3-2DD9-4494-9DDD-3A8D0AAC0C21}" presName="tx1" presStyleLbl="revTx" presStyleIdx="2" presStyleCnt="6"/>
      <dgm:spPr/>
    </dgm:pt>
    <dgm:pt modelId="{2176D020-95FA-46D5-BEBB-7681BE625C18}" type="pres">
      <dgm:prSet presAssocID="{89639BC3-2DD9-4494-9DDD-3A8D0AAC0C21}" presName="vert1" presStyleCnt="0"/>
      <dgm:spPr/>
    </dgm:pt>
    <dgm:pt modelId="{7C8BDF94-B5AA-4DA9-AA9C-106AA1AB8D79}" type="pres">
      <dgm:prSet presAssocID="{770F619C-4985-432D-84C5-B0B07F92652F}" presName="thickLine" presStyleLbl="alignNode1" presStyleIdx="3" presStyleCnt="6"/>
      <dgm:spPr/>
    </dgm:pt>
    <dgm:pt modelId="{9326BA7F-1D63-43BD-B9F8-9182709853AC}" type="pres">
      <dgm:prSet presAssocID="{770F619C-4985-432D-84C5-B0B07F92652F}" presName="horz1" presStyleCnt="0"/>
      <dgm:spPr/>
    </dgm:pt>
    <dgm:pt modelId="{EA15E8C5-0258-4390-B202-793B66A53420}" type="pres">
      <dgm:prSet presAssocID="{770F619C-4985-432D-84C5-B0B07F92652F}" presName="tx1" presStyleLbl="revTx" presStyleIdx="3" presStyleCnt="6"/>
      <dgm:spPr/>
    </dgm:pt>
    <dgm:pt modelId="{5E738F02-9071-4055-82EB-CB4F8FA925CD}" type="pres">
      <dgm:prSet presAssocID="{770F619C-4985-432D-84C5-B0B07F92652F}" presName="vert1" presStyleCnt="0"/>
      <dgm:spPr/>
    </dgm:pt>
    <dgm:pt modelId="{631FF7B0-A233-4B6C-B0DD-43A3C039DD83}" type="pres">
      <dgm:prSet presAssocID="{4AECEBB3-3231-44C6-BB46-8B814EF4921D}" presName="thickLine" presStyleLbl="alignNode1" presStyleIdx="4" presStyleCnt="6"/>
      <dgm:spPr/>
    </dgm:pt>
    <dgm:pt modelId="{EB3BD572-9D8C-4CC0-A188-3EC353F95256}" type="pres">
      <dgm:prSet presAssocID="{4AECEBB3-3231-44C6-BB46-8B814EF4921D}" presName="horz1" presStyleCnt="0"/>
      <dgm:spPr/>
    </dgm:pt>
    <dgm:pt modelId="{A09AF860-615E-455A-9E01-A3080ACD2B02}" type="pres">
      <dgm:prSet presAssocID="{4AECEBB3-3231-44C6-BB46-8B814EF4921D}" presName="tx1" presStyleLbl="revTx" presStyleIdx="4" presStyleCnt="6"/>
      <dgm:spPr/>
    </dgm:pt>
    <dgm:pt modelId="{A6970895-B9CE-434A-BBEB-7ADAE2A9FF3E}" type="pres">
      <dgm:prSet presAssocID="{4AECEBB3-3231-44C6-BB46-8B814EF4921D}" presName="vert1" presStyleCnt="0"/>
      <dgm:spPr/>
    </dgm:pt>
    <dgm:pt modelId="{2F4C3168-9852-403B-9EAB-7433ECF207FD}" type="pres">
      <dgm:prSet presAssocID="{D9E28D29-FB99-42EB-B070-8292C9BE7FA5}" presName="thickLine" presStyleLbl="alignNode1" presStyleIdx="5" presStyleCnt="6"/>
      <dgm:spPr/>
    </dgm:pt>
    <dgm:pt modelId="{BAE3B690-8808-4E3A-A910-5202FA00FF90}" type="pres">
      <dgm:prSet presAssocID="{D9E28D29-FB99-42EB-B070-8292C9BE7FA5}" presName="horz1" presStyleCnt="0"/>
      <dgm:spPr/>
    </dgm:pt>
    <dgm:pt modelId="{9FC2EC90-724D-49A4-87CE-FDE71F93D455}" type="pres">
      <dgm:prSet presAssocID="{D9E28D29-FB99-42EB-B070-8292C9BE7FA5}" presName="tx1" presStyleLbl="revTx" presStyleIdx="5" presStyleCnt="6"/>
      <dgm:spPr/>
    </dgm:pt>
    <dgm:pt modelId="{62806852-C70D-4BE5-9F52-DDA372FDB41B}" type="pres">
      <dgm:prSet presAssocID="{D9E28D29-FB99-42EB-B070-8292C9BE7FA5}" presName="vert1" presStyleCnt="0"/>
      <dgm:spPr/>
    </dgm:pt>
  </dgm:ptLst>
  <dgm:cxnLst>
    <dgm:cxn modelId="{94467401-5994-4393-A02D-C4F97B7F5910}" srcId="{0F9FEB00-65E2-4879-A6B2-8882D5E90BCA}" destId="{89639BC3-2DD9-4494-9DDD-3A8D0AAC0C21}" srcOrd="2" destOrd="0" parTransId="{EBF1E188-BBD3-4F7E-8601-29F4791FB05C}" sibTransId="{A77B32F2-E7E2-46B8-BF80-444A8547B73F}"/>
    <dgm:cxn modelId="{1ED4800A-38F6-4D27-95BB-5CF9D7DC9275}" srcId="{0F9FEB00-65E2-4879-A6B2-8882D5E90BCA}" destId="{222D1219-FBA6-4B43-B8BF-96429EAD7302}" srcOrd="0" destOrd="0" parTransId="{C6E2D865-F5AD-42CB-AF5B-6F2EDBB23E9C}" sibTransId="{CD6DFF27-EB02-4093-A4F4-09E1ED7BBAEA}"/>
    <dgm:cxn modelId="{329CC51B-6D74-4EB0-8ABE-84AAFA04E222}" type="presOf" srcId="{3BB4E453-6063-4D5C-B896-2A5C5CFFB8E0}" destId="{8D711625-2150-46FF-9110-738DC2ED1F7E}" srcOrd="0" destOrd="0" presId="urn:microsoft.com/office/officeart/2008/layout/LinedList"/>
    <dgm:cxn modelId="{BC9F6C1E-20D0-4F15-A4C6-2F8C46AEC762}" type="presOf" srcId="{222D1219-FBA6-4B43-B8BF-96429EAD7302}" destId="{A6071BD1-2A03-41D2-B1B1-AADCB95448B9}" srcOrd="0" destOrd="0" presId="urn:microsoft.com/office/officeart/2008/layout/LinedList"/>
    <dgm:cxn modelId="{D1CDE969-EC66-4B19-B3DC-C3769C2BF332}" type="presOf" srcId="{4AECEBB3-3231-44C6-BB46-8B814EF4921D}" destId="{A09AF860-615E-455A-9E01-A3080ACD2B02}" srcOrd="0" destOrd="0" presId="urn:microsoft.com/office/officeart/2008/layout/LinedList"/>
    <dgm:cxn modelId="{471EF24B-1DD8-4EFC-A2C6-92CE9931B455}" type="presOf" srcId="{770F619C-4985-432D-84C5-B0B07F92652F}" destId="{EA15E8C5-0258-4390-B202-793B66A53420}" srcOrd="0" destOrd="0" presId="urn:microsoft.com/office/officeart/2008/layout/LinedList"/>
    <dgm:cxn modelId="{EDDB419D-BCF5-489B-A5E1-B40BD9426617}" type="presOf" srcId="{89639BC3-2DD9-4494-9DDD-3A8D0AAC0C21}" destId="{119EB9DF-1DC0-4888-8414-A66AEF041215}" srcOrd="0" destOrd="0" presId="urn:microsoft.com/office/officeart/2008/layout/LinedList"/>
    <dgm:cxn modelId="{E13624BB-86A1-4C69-8031-6DB43C08DBA6}" type="presOf" srcId="{D9E28D29-FB99-42EB-B070-8292C9BE7FA5}" destId="{9FC2EC90-724D-49A4-87CE-FDE71F93D455}" srcOrd="0" destOrd="0" presId="urn:microsoft.com/office/officeart/2008/layout/LinedList"/>
    <dgm:cxn modelId="{8BA139CB-B3A7-4D49-93E8-8CD7CB4B34DE}" srcId="{0F9FEB00-65E2-4879-A6B2-8882D5E90BCA}" destId="{770F619C-4985-432D-84C5-B0B07F92652F}" srcOrd="3" destOrd="0" parTransId="{619506CB-1398-426F-B855-EC9703C89097}" sibTransId="{01CC0027-F336-47B3-A423-E14F5CD79975}"/>
    <dgm:cxn modelId="{11FEBDCF-0000-4A15-9DC9-080A041A57FE}" srcId="{0F9FEB00-65E2-4879-A6B2-8882D5E90BCA}" destId="{D9E28D29-FB99-42EB-B070-8292C9BE7FA5}" srcOrd="5" destOrd="0" parTransId="{13633155-E906-46AD-A5C4-50F01022F2B1}" sibTransId="{A106A6BC-437A-4375-BF60-121C7B2207E9}"/>
    <dgm:cxn modelId="{A69702E5-C4EB-4583-85A4-3DABF737663C}" srcId="{0F9FEB00-65E2-4879-A6B2-8882D5E90BCA}" destId="{3BB4E453-6063-4D5C-B896-2A5C5CFFB8E0}" srcOrd="1" destOrd="0" parTransId="{5B8AE15B-B543-4A4C-9280-801B69A7C59A}" sibTransId="{966BB95E-76FE-4894-8D2D-1571DE415CAF}"/>
    <dgm:cxn modelId="{66D1FFED-D114-48E3-804D-61DF0C245287}" type="presOf" srcId="{0F9FEB00-65E2-4879-A6B2-8882D5E90BCA}" destId="{B7867E97-EC43-4428-949D-4CAC38C27409}" srcOrd="0" destOrd="0" presId="urn:microsoft.com/office/officeart/2008/layout/LinedList"/>
    <dgm:cxn modelId="{BF403FEF-EB86-4F87-9BB8-9EBF810BAF2D}" srcId="{0F9FEB00-65E2-4879-A6B2-8882D5E90BCA}" destId="{4AECEBB3-3231-44C6-BB46-8B814EF4921D}" srcOrd="4" destOrd="0" parTransId="{990D8880-A161-48FB-8B0E-C1A7F25DA479}" sibTransId="{52D16769-E31F-4D82-B021-4D47984DF5C3}"/>
    <dgm:cxn modelId="{831537E3-3016-4625-ACFB-07C5EA30B8CA}" type="presParOf" srcId="{B7867E97-EC43-4428-949D-4CAC38C27409}" destId="{4C878F1A-A7E2-4F01-9821-09A7850B3448}" srcOrd="0" destOrd="0" presId="urn:microsoft.com/office/officeart/2008/layout/LinedList"/>
    <dgm:cxn modelId="{0ABE131A-FF86-4095-AD93-270A21057155}" type="presParOf" srcId="{B7867E97-EC43-4428-949D-4CAC38C27409}" destId="{487F7F0F-A8DD-4B71-8693-782A242CEFA2}" srcOrd="1" destOrd="0" presId="urn:microsoft.com/office/officeart/2008/layout/LinedList"/>
    <dgm:cxn modelId="{19293E7F-2C1D-4157-AD94-55C711705825}" type="presParOf" srcId="{487F7F0F-A8DD-4B71-8693-782A242CEFA2}" destId="{A6071BD1-2A03-41D2-B1B1-AADCB95448B9}" srcOrd="0" destOrd="0" presId="urn:microsoft.com/office/officeart/2008/layout/LinedList"/>
    <dgm:cxn modelId="{420F19F5-1C47-4164-A555-89BD6103E0BC}" type="presParOf" srcId="{487F7F0F-A8DD-4B71-8693-782A242CEFA2}" destId="{A2522EE9-02A5-43E2-91BF-9A4B464FE1E0}" srcOrd="1" destOrd="0" presId="urn:microsoft.com/office/officeart/2008/layout/LinedList"/>
    <dgm:cxn modelId="{00BB1C54-029D-4156-9B05-29433E4031E1}" type="presParOf" srcId="{B7867E97-EC43-4428-949D-4CAC38C27409}" destId="{D93E8644-1B57-47F4-B5E5-D0B7F6B0E953}" srcOrd="2" destOrd="0" presId="urn:microsoft.com/office/officeart/2008/layout/LinedList"/>
    <dgm:cxn modelId="{248F68BE-3530-4093-A5EA-1891921A1D11}" type="presParOf" srcId="{B7867E97-EC43-4428-949D-4CAC38C27409}" destId="{EAA562AF-567C-4C65-80CE-7073328041DD}" srcOrd="3" destOrd="0" presId="urn:microsoft.com/office/officeart/2008/layout/LinedList"/>
    <dgm:cxn modelId="{8AFA9980-F3ED-428B-9405-2DFEB1ABA27C}" type="presParOf" srcId="{EAA562AF-567C-4C65-80CE-7073328041DD}" destId="{8D711625-2150-46FF-9110-738DC2ED1F7E}" srcOrd="0" destOrd="0" presId="urn:microsoft.com/office/officeart/2008/layout/LinedList"/>
    <dgm:cxn modelId="{52EA4A83-A210-4057-828E-0A98E1A061B2}" type="presParOf" srcId="{EAA562AF-567C-4C65-80CE-7073328041DD}" destId="{346F3345-7B24-4DC8-AE84-02DB3B809442}" srcOrd="1" destOrd="0" presId="urn:microsoft.com/office/officeart/2008/layout/LinedList"/>
    <dgm:cxn modelId="{5495AC05-F28C-46EE-821E-B300D6B995A3}" type="presParOf" srcId="{B7867E97-EC43-4428-949D-4CAC38C27409}" destId="{FFD3C32F-3428-4101-81DB-3B852E5BBD4A}" srcOrd="4" destOrd="0" presId="urn:microsoft.com/office/officeart/2008/layout/LinedList"/>
    <dgm:cxn modelId="{5A33A788-08D7-4065-ABEA-01D682FB54EB}" type="presParOf" srcId="{B7867E97-EC43-4428-949D-4CAC38C27409}" destId="{DEA0EF2B-4617-4C1C-BDF3-AC04EE8F3261}" srcOrd="5" destOrd="0" presId="urn:microsoft.com/office/officeart/2008/layout/LinedList"/>
    <dgm:cxn modelId="{0E8644A7-FCC4-4601-B174-5D0934CFA7B3}" type="presParOf" srcId="{DEA0EF2B-4617-4C1C-BDF3-AC04EE8F3261}" destId="{119EB9DF-1DC0-4888-8414-A66AEF041215}" srcOrd="0" destOrd="0" presId="urn:microsoft.com/office/officeart/2008/layout/LinedList"/>
    <dgm:cxn modelId="{DC539764-F023-472B-A889-23C94BB2517E}" type="presParOf" srcId="{DEA0EF2B-4617-4C1C-BDF3-AC04EE8F3261}" destId="{2176D020-95FA-46D5-BEBB-7681BE625C18}" srcOrd="1" destOrd="0" presId="urn:microsoft.com/office/officeart/2008/layout/LinedList"/>
    <dgm:cxn modelId="{752C5161-CAD1-42DB-A7CF-5D92CD125DE1}" type="presParOf" srcId="{B7867E97-EC43-4428-949D-4CAC38C27409}" destId="{7C8BDF94-B5AA-4DA9-AA9C-106AA1AB8D79}" srcOrd="6" destOrd="0" presId="urn:microsoft.com/office/officeart/2008/layout/LinedList"/>
    <dgm:cxn modelId="{ECF841CE-61CD-4365-8D40-0764A1264E0E}" type="presParOf" srcId="{B7867E97-EC43-4428-949D-4CAC38C27409}" destId="{9326BA7F-1D63-43BD-B9F8-9182709853AC}" srcOrd="7" destOrd="0" presId="urn:microsoft.com/office/officeart/2008/layout/LinedList"/>
    <dgm:cxn modelId="{A895026F-ED95-4E8A-8264-F1698A635A57}" type="presParOf" srcId="{9326BA7F-1D63-43BD-B9F8-9182709853AC}" destId="{EA15E8C5-0258-4390-B202-793B66A53420}" srcOrd="0" destOrd="0" presId="urn:microsoft.com/office/officeart/2008/layout/LinedList"/>
    <dgm:cxn modelId="{6838A7C2-9235-4279-8A21-C184E0712832}" type="presParOf" srcId="{9326BA7F-1D63-43BD-B9F8-9182709853AC}" destId="{5E738F02-9071-4055-82EB-CB4F8FA925CD}" srcOrd="1" destOrd="0" presId="urn:microsoft.com/office/officeart/2008/layout/LinedList"/>
    <dgm:cxn modelId="{BEAF844C-BE9B-4213-AD98-87BD3515DA48}" type="presParOf" srcId="{B7867E97-EC43-4428-949D-4CAC38C27409}" destId="{631FF7B0-A233-4B6C-B0DD-43A3C039DD83}" srcOrd="8" destOrd="0" presId="urn:microsoft.com/office/officeart/2008/layout/LinedList"/>
    <dgm:cxn modelId="{59B28B75-1A20-40AA-955D-EAEC4CBC0361}" type="presParOf" srcId="{B7867E97-EC43-4428-949D-4CAC38C27409}" destId="{EB3BD572-9D8C-4CC0-A188-3EC353F95256}" srcOrd="9" destOrd="0" presId="urn:microsoft.com/office/officeart/2008/layout/LinedList"/>
    <dgm:cxn modelId="{1191D523-58C0-48DD-B6CC-65B4C5159E7A}" type="presParOf" srcId="{EB3BD572-9D8C-4CC0-A188-3EC353F95256}" destId="{A09AF860-615E-455A-9E01-A3080ACD2B02}" srcOrd="0" destOrd="0" presId="urn:microsoft.com/office/officeart/2008/layout/LinedList"/>
    <dgm:cxn modelId="{B5FF9171-D4A8-4CBF-9CB2-6DAED5DB55E8}" type="presParOf" srcId="{EB3BD572-9D8C-4CC0-A188-3EC353F95256}" destId="{A6970895-B9CE-434A-BBEB-7ADAE2A9FF3E}" srcOrd="1" destOrd="0" presId="urn:microsoft.com/office/officeart/2008/layout/LinedList"/>
    <dgm:cxn modelId="{B891FCDB-52EA-4369-8B0B-F0E0176CDCCF}" type="presParOf" srcId="{B7867E97-EC43-4428-949D-4CAC38C27409}" destId="{2F4C3168-9852-403B-9EAB-7433ECF207FD}" srcOrd="10" destOrd="0" presId="urn:microsoft.com/office/officeart/2008/layout/LinedList"/>
    <dgm:cxn modelId="{92248E25-A0BE-4DAF-A466-4508F615197D}" type="presParOf" srcId="{B7867E97-EC43-4428-949D-4CAC38C27409}" destId="{BAE3B690-8808-4E3A-A910-5202FA00FF90}" srcOrd="11" destOrd="0" presId="urn:microsoft.com/office/officeart/2008/layout/LinedList"/>
    <dgm:cxn modelId="{235458F2-63FF-45A8-A11F-908C102DA8AC}" type="presParOf" srcId="{BAE3B690-8808-4E3A-A910-5202FA00FF90}" destId="{9FC2EC90-724D-49A4-87CE-FDE71F93D455}" srcOrd="0" destOrd="0" presId="urn:microsoft.com/office/officeart/2008/layout/LinedList"/>
    <dgm:cxn modelId="{399BBABB-F268-4693-9143-FBCDCF51114F}" type="presParOf" srcId="{BAE3B690-8808-4E3A-A910-5202FA00FF90}" destId="{62806852-C70D-4BE5-9F52-DDA372FDB41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750A4C-799C-4D25-8422-BD81B19F3BD6}">
      <dsp:nvSpPr>
        <dsp:cNvPr id="0" name=""/>
        <dsp:cNvSpPr/>
      </dsp:nvSpPr>
      <dsp:spPr>
        <a:xfrm>
          <a:off x="3884" y="271017"/>
          <a:ext cx="1161008" cy="69660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Garbage Data</a:t>
          </a:r>
        </a:p>
      </dsp:txBody>
      <dsp:txXfrm>
        <a:off x="24287" y="291420"/>
        <a:ext cx="1120202" cy="655798"/>
      </dsp:txXfrm>
    </dsp:sp>
    <dsp:sp modelId="{C171D816-3486-4897-9BBA-722BC7133E64}">
      <dsp:nvSpPr>
        <dsp:cNvPr id="0" name=""/>
        <dsp:cNvSpPr/>
      </dsp:nvSpPr>
      <dsp:spPr>
        <a:xfrm>
          <a:off x="1251820" y="475354"/>
          <a:ext cx="184287" cy="287930"/>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251820" y="532940"/>
        <a:ext cx="129001" cy="172758"/>
      </dsp:txXfrm>
    </dsp:sp>
    <dsp:sp modelId="{18FF57C6-13AD-4855-A77E-BF25D24519ED}">
      <dsp:nvSpPr>
        <dsp:cNvPr id="0" name=""/>
        <dsp:cNvSpPr/>
      </dsp:nvSpPr>
      <dsp:spPr>
        <a:xfrm>
          <a:off x="1512605" y="271017"/>
          <a:ext cx="1161008" cy="6966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Perfect Model</a:t>
          </a:r>
        </a:p>
      </dsp:txBody>
      <dsp:txXfrm>
        <a:off x="1533008" y="291420"/>
        <a:ext cx="1120202" cy="655798"/>
      </dsp:txXfrm>
    </dsp:sp>
    <dsp:sp modelId="{54B7BCCE-C2B6-4026-B52D-B7241DE9ACEC}">
      <dsp:nvSpPr>
        <dsp:cNvPr id="0" name=""/>
        <dsp:cNvSpPr/>
      </dsp:nvSpPr>
      <dsp:spPr>
        <a:xfrm rot="21587298">
          <a:off x="2774104" y="472444"/>
          <a:ext cx="213044" cy="287930"/>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774104" y="530148"/>
        <a:ext cx="149131" cy="172758"/>
      </dsp:txXfrm>
    </dsp:sp>
    <dsp:sp modelId="{7E4DB7AE-5155-41DC-9CB7-4A2887701F1A}">
      <dsp:nvSpPr>
        <dsp:cNvPr id="0" name=""/>
        <dsp:cNvSpPr/>
      </dsp:nvSpPr>
      <dsp:spPr>
        <a:xfrm>
          <a:off x="3075582" y="265242"/>
          <a:ext cx="1161008" cy="696604"/>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Garbage Results</a:t>
          </a:r>
        </a:p>
      </dsp:txBody>
      <dsp:txXfrm>
        <a:off x="3095985" y="285645"/>
        <a:ext cx="1120202" cy="6557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878F1A-A7E2-4F01-9821-09A7850B3448}">
      <dsp:nvSpPr>
        <dsp:cNvPr id="0" name=""/>
        <dsp:cNvSpPr/>
      </dsp:nvSpPr>
      <dsp:spPr>
        <a:xfrm>
          <a:off x="0" y="2124"/>
          <a:ext cx="106877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71BD1-2A03-41D2-B1B1-AADCB95448B9}">
      <dsp:nvSpPr>
        <dsp:cNvPr id="0" name=""/>
        <dsp:cNvSpPr/>
      </dsp:nvSpPr>
      <dsp:spPr>
        <a:xfrm>
          <a:off x="0" y="2124"/>
          <a:ext cx="10687756"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Company XYZ changes the fleet of cars every three years. They do not have a schedule for when to change the oil but rather change the oil whenever the car is available. The maintenance records are available. Managers want to know if changing oil of a car more frequently is a good thing? Does it save money in the long run? </a:t>
          </a:r>
        </a:p>
      </dsp:txBody>
      <dsp:txXfrm>
        <a:off x="0" y="2124"/>
        <a:ext cx="10687756" cy="724514"/>
      </dsp:txXfrm>
    </dsp:sp>
    <dsp:sp modelId="{D93E8644-1B57-47F4-B5E5-D0B7F6B0E953}">
      <dsp:nvSpPr>
        <dsp:cNvPr id="0" name=""/>
        <dsp:cNvSpPr/>
      </dsp:nvSpPr>
      <dsp:spPr>
        <a:xfrm>
          <a:off x="0" y="726639"/>
          <a:ext cx="106877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711625-2150-46FF-9110-738DC2ED1F7E}">
      <dsp:nvSpPr>
        <dsp:cNvPr id="0" name=""/>
        <dsp:cNvSpPr/>
      </dsp:nvSpPr>
      <dsp:spPr>
        <a:xfrm>
          <a:off x="0" y="726639"/>
          <a:ext cx="10687756"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Import data from :Oil.csv” file.</a:t>
          </a:r>
        </a:p>
      </dsp:txBody>
      <dsp:txXfrm>
        <a:off x="0" y="726639"/>
        <a:ext cx="10687756" cy="724514"/>
      </dsp:txXfrm>
    </dsp:sp>
    <dsp:sp modelId="{FFD3C32F-3428-4101-81DB-3B852E5BBD4A}">
      <dsp:nvSpPr>
        <dsp:cNvPr id="0" name=""/>
        <dsp:cNvSpPr/>
      </dsp:nvSpPr>
      <dsp:spPr>
        <a:xfrm>
          <a:off x="0" y="1451153"/>
          <a:ext cx="106877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9EB9DF-1DC0-4888-8414-A66AEF041215}">
      <dsp:nvSpPr>
        <dsp:cNvPr id="0" name=""/>
        <dsp:cNvSpPr/>
      </dsp:nvSpPr>
      <dsp:spPr>
        <a:xfrm>
          <a:off x="0" y="1451153"/>
          <a:ext cx="10687756"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Sort the data by “  Miles “</a:t>
          </a:r>
        </a:p>
      </dsp:txBody>
      <dsp:txXfrm>
        <a:off x="0" y="1451153"/>
        <a:ext cx="10687756" cy="724514"/>
      </dsp:txXfrm>
    </dsp:sp>
    <dsp:sp modelId="{7C8BDF94-B5AA-4DA9-AA9C-106AA1AB8D79}">
      <dsp:nvSpPr>
        <dsp:cNvPr id="0" name=""/>
        <dsp:cNvSpPr/>
      </dsp:nvSpPr>
      <dsp:spPr>
        <a:xfrm>
          <a:off x="0" y="2175668"/>
          <a:ext cx="106877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15E8C5-0258-4390-B202-793B66A53420}">
      <dsp:nvSpPr>
        <dsp:cNvPr id="0" name=""/>
        <dsp:cNvSpPr/>
      </dsp:nvSpPr>
      <dsp:spPr>
        <a:xfrm>
          <a:off x="0" y="2175668"/>
          <a:ext cx="10687756"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Impute missing values</a:t>
          </a:r>
        </a:p>
      </dsp:txBody>
      <dsp:txXfrm>
        <a:off x="0" y="2175668"/>
        <a:ext cx="10687756" cy="724514"/>
      </dsp:txXfrm>
    </dsp:sp>
    <dsp:sp modelId="{631FF7B0-A233-4B6C-B0DD-43A3C039DD83}">
      <dsp:nvSpPr>
        <dsp:cNvPr id="0" name=""/>
        <dsp:cNvSpPr/>
      </dsp:nvSpPr>
      <dsp:spPr>
        <a:xfrm>
          <a:off x="0" y="2900183"/>
          <a:ext cx="106877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9AF860-615E-455A-9E01-A3080ACD2B02}">
      <dsp:nvSpPr>
        <dsp:cNvPr id="0" name=""/>
        <dsp:cNvSpPr/>
      </dsp:nvSpPr>
      <dsp:spPr>
        <a:xfrm>
          <a:off x="0" y="2900183"/>
          <a:ext cx="10687756"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Find the descriptive statistics by vehicle type.</a:t>
          </a:r>
        </a:p>
      </dsp:txBody>
      <dsp:txXfrm>
        <a:off x="0" y="2900183"/>
        <a:ext cx="10687756" cy="724514"/>
      </dsp:txXfrm>
    </dsp:sp>
    <dsp:sp modelId="{2F4C3168-9852-403B-9EAB-7433ECF207FD}">
      <dsp:nvSpPr>
        <dsp:cNvPr id="0" name=""/>
        <dsp:cNvSpPr/>
      </dsp:nvSpPr>
      <dsp:spPr>
        <a:xfrm>
          <a:off x="0" y="3624697"/>
          <a:ext cx="1068775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C2EC90-724D-49A4-87CE-FDE71F93D455}">
      <dsp:nvSpPr>
        <dsp:cNvPr id="0" name=""/>
        <dsp:cNvSpPr/>
      </dsp:nvSpPr>
      <dsp:spPr>
        <a:xfrm>
          <a:off x="0" y="3624697"/>
          <a:ext cx="10687756"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Recode categorical variables</a:t>
          </a:r>
        </a:p>
      </dsp:txBody>
      <dsp:txXfrm>
        <a:off x="0" y="3624697"/>
        <a:ext cx="10687756" cy="72451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1245AA-07F2-4B91-AE5C-7B758E72F75A}" type="datetimeFigureOut">
              <a:rPr lang="en-US" smtClean="0"/>
              <a:t>8/26/2024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FDCC98-5806-4A05-8375-A7609BFB57A5}" type="slidenum">
              <a:rPr lang="en-US" smtClean="0"/>
              <a:t>‹#›</a:t>
            </a:fld>
            <a:endParaRPr lang="en-US"/>
          </a:p>
        </p:txBody>
      </p:sp>
    </p:spTree>
    <p:extLst>
      <p:ext uri="{BB962C8B-B14F-4D97-AF65-F5344CB8AC3E}">
        <p14:creationId xmlns:p14="http://schemas.microsoft.com/office/powerpoint/2010/main" val="1838057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A8954795-9210-6F4D-BB2B-CC22B3F04738}" type="slidenum">
              <a:rPr lang="en-US" altLang="en-US">
                <a:latin typeface="Arial" charset="0"/>
              </a:rPr>
              <a:pPr>
                <a:spcBef>
                  <a:spcPct val="0"/>
                </a:spcBef>
              </a:pPr>
              <a:t>7</a:t>
            </a:fld>
            <a:endParaRPr lang="en-US" altLang="en-US">
              <a:latin typeface="Arial" charset="0"/>
            </a:endParaRPr>
          </a:p>
        </p:txBody>
      </p:sp>
    </p:spTree>
    <p:extLst>
      <p:ext uri="{BB962C8B-B14F-4D97-AF65-F5344CB8AC3E}">
        <p14:creationId xmlns:p14="http://schemas.microsoft.com/office/powerpoint/2010/main" val="41175646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descr="A picture containing white, street&#10;&#10;Description automatically generated">
            <a:extLst>
              <a:ext uri="{FF2B5EF4-FFF2-40B4-BE49-F238E27FC236}">
                <a16:creationId xmlns:a16="http://schemas.microsoft.com/office/drawing/2014/main" id="{F7EC3544-21CC-3645-8030-220B3D79CF03}"/>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54D1807-F8D8-7449-A2AF-21E9B7F9D621}"/>
              </a:ext>
            </a:extLst>
          </p:cNvPr>
          <p:cNvSpPr>
            <a:spLocks noGrp="1"/>
          </p:cNvSpPr>
          <p:nvPr>
            <p:ph type="ctrTitle"/>
          </p:nvPr>
        </p:nvSpPr>
        <p:spPr>
          <a:xfrm>
            <a:off x="1048603" y="1469764"/>
            <a:ext cx="10094794" cy="2387600"/>
          </a:xfrm>
        </p:spPr>
        <p:txBody>
          <a:bodyPr anchor="b"/>
          <a:lstStyle>
            <a:lvl1pPr algn="ctr">
              <a:defRPr sz="60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750332F-7579-A142-B68B-DFC4D65188B7}"/>
              </a:ext>
            </a:extLst>
          </p:cNvPr>
          <p:cNvSpPr>
            <a:spLocks noGrp="1"/>
          </p:cNvSpPr>
          <p:nvPr>
            <p:ph type="subTitle" idx="1"/>
          </p:nvPr>
        </p:nvSpPr>
        <p:spPr>
          <a:xfrm>
            <a:off x="1524000" y="4017678"/>
            <a:ext cx="9144000" cy="1655762"/>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67882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pic>
        <p:nvPicPr>
          <p:cNvPr id="4" name="Picture 3" descr="A picture containing white, street&#10;&#10;Description automatically generated">
            <a:extLst>
              <a:ext uri="{FF2B5EF4-FFF2-40B4-BE49-F238E27FC236}">
                <a16:creationId xmlns:a16="http://schemas.microsoft.com/office/drawing/2014/main" id="{32DA1EB1-6D72-A54A-8497-764D174E1BA4}"/>
              </a:ext>
            </a:extLst>
          </p:cNvPr>
          <p:cNvPicPr>
            <a:picLocks noChangeAspect="1"/>
          </p:cNvPicPr>
          <p:nvPr/>
        </p:nvPicPr>
        <p:blipFill>
          <a:blip r:embed="rId2"/>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750332F-7579-A142-B68B-DFC4D65188B7}"/>
              </a:ext>
            </a:extLst>
          </p:cNvPr>
          <p:cNvSpPr>
            <a:spLocks noGrp="1"/>
          </p:cNvSpPr>
          <p:nvPr>
            <p:ph type="subTitle" idx="1" hasCustomPrompt="1"/>
          </p:nvPr>
        </p:nvSpPr>
        <p:spPr>
          <a:xfrm>
            <a:off x="1524000" y="1754373"/>
            <a:ext cx="9144000" cy="3919068"/>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3844531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E4696-BA1E-8C4A-B286-B1FF16817286}"/>
              </a:ext>
            </a:extLst>
          </p:cNvPr>
          <p:cNvSpPr>
            <a:spLocks noGrp="1"/>
          </p:cNvSpPr>
          <p:nvPr>
            <p:ph type="title"/>
          </p:nvPr>
        </p:nvSpPr>
        <p:spPr>
          <a:xfrm>
            <a:off x="2527299" y="681036"/>
            <a:ext cx="8826500" cy="1009651"/>
          </a:xfrm>
        </p:spPr>
        <p:txBody>
          <a:bodyPr/>
          <a:lstStyle>
            <a:lvl1pPr>
              <a:defRPr>
                <a:solidFill>
                  <a:schemeClr val="accent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A0E254F6-9672-814B-939D-1644FFD1836A}"/>
              </a:ext>
            </a:extLst>
          </p:cNvPr>
          <p:cNvSpPr>
            <a:spLocks noGrp="1"/>
          </p:cNvSpPr>
          <p:nvPr>
            <p:ph type="dt" sz="half" idx="10"/>
          </p:nvPr>
        </p:nvSpPr>
        <p:spPr/>
        <p:txBody>
          <a:bodyPr/>
          <a:lstStyle/>
          <a:p>
            <a:fld id="{C66F587E-A996-47F5-B3A9-291D6CA07DB4}" type="datetimeFigureOut">
              <a:rPr lang="en-US" smtClean="0"/>
              <a:t>8/26/2024</a:t>
            </a:fld>
            <a:endParaRPr lang="en-US"/>
          </a:p>
        </p:txBody>
      </p:sp>
      <p:sp>
        <p:nvSpPr>
          <p:cNvPr id="5" name="Footer Placeholder 4">
            <a:extLst>
              <a:ext uri="{FF2B5EF4-FFF2-40B4-BE49-F238E27FC236}">
                <a16:creationId xmlns:a16="http://schemas.microsoft.com/office/drawing/2014/main" id="{70E922CB-1017-BF43-971C-EDA1073E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54858B-1DC4-2147-9A3A-6A7A84AE3BC9}"/>
              </a:ext>
            </a:extLst>
          </p:cNvPr>
          <p:cNvSpPr>
            <a:spLocks noGrp="1"/>
          </p:cNvSpPr>
          <p:nvPr>
            <p:ph type="sldNum" sz="quarter" idx="12"/>
          </p:nvPr>
        </p:nvSpPr>
        <p:spPr/>
        <p:txBody>
          <a:bodyPr/>
          <a:lstStyle/>
          <a:p>
            <a:fld id="{1851AFB5-B0DF-4396-8C4F-6F145584103D}" type="slidenum">
              <a:rPr lang="en-US" smtClean="0"/>
              <a:t>‹#›</a:t>
            </a:fld>
            <a:endParaRPr lang="en-US"/>
          </a:p>
        </p:txBody>
      </p:sp>
      <p:sp>
        <p:nvSpPr>
          <p:cNvPr id="9" name="Content Placeholder 2">
            <a:extLst>
              <a:ext uri="{FF2B5EF4-FFF2-40B4-BE49-F238E27FC236}">
                <a16:creationId xmlns:a16="http://schemas.microsoft.com/office/drawing/2014/main" id="{C5A5A0E7-32FE-CF45-A542-7C98D0100AD0}"/>
              </a:ext>
            </a:extLst>
          </p:cNvPr>
          <p:cNvSpPr>
            <a:spLocks noGrp="1"/>
          </p:cNvSpPr>
          <p:nvPr>
            <p:ph idx="1"/>
          </p:nvPr>
        </p:nvSpPr>
        <p:spPr>
          <a:xfrm>
            <a:off x="2527299" y="1825627"/>
            <a:ext cx="8826501"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183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58962-179B-6542-912A-D199F7A6416A}"/>
              </a:ext>
            </a:extLst>
          </p:cNvPr>
          <p:cNvSpPr>
            <a:spLocks noGrp="1"/>
          </p:cNvSpPr>
          <p:nvPr>
            <p:ph type="title"/>
          </p:nvPr>
        </p:nvSpPr>
        <p:spPr>
          <a:xfrm>
            <a:off x="2369126" y="1709738"/>
            <a:ext cx="8978324" cy="2852737"/>
          </a:xfrm>
        </p:spPr>
        <p:txBody>
          <a:bodyPr anchor="b"/>
          <a:lstStyle>
            <a:lvl1pPr>
              <a:defRPr sz="6000">
                <a:solidFill>
                  <a:schemeClr val="accent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282326E-DB3E-1D45-BEE0-2E1470A1CC75}"/>
              </a:ext>
            </a:extLst>
          </p:cNvPr>
          <p:cNvSpPr>
            <a:spLocks noGrp="1"/>
          </p:cNvSpPr>
          <p:nvPr>
            <p:ph type="body" idx="1"/>
          </p:nvPr>
        </p:nvSpPr>
        <p:spPr>
          <a:xfrm>
            <a:off x="2369126" y="4589463"/>
            <a:ext cx="8978324"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AD3633-D292-774E-AF77-DCFE3B7B58B9}"/>
              </a:ext>
            </a:extLst>
          </p:cNvPr>
          <p:cNvSpPr>
            <a:spLocks noGrp="1"/>
          </p:cNvSpPr>
          <p:nvPr>
            <p:ph type="dt" sz="half" idx="10"/>
          </p:nvPr>
        </p:nvSpPr>
        <p:spPr/>
        <p:txBody>
          <a:bodyPr/>
          <a:lstStyle/>
          <a:p>
            <a:fld id="{C66F587E-A996-47F5-B3A9-291D6CA07DB4}" type="datetimeFigureOut">
              <a:rPr lang="en-US" smtClean="0"/>
              <a:t>8/26/2024</a:t>
            </a:fld>
            <a:endParaRPr lang="en-US"/>
          </a:p>
        </p:txBody>
      </p:sp>
      <p:sp>
        <p:nvSpPr>
          <p:cNvPr id="5" name="Footer Placeholder 4">
            <a:extLst>
              <a:ext uri="{FF2B5EF4-FFF2-40B4-BE49-F238E27FC236}">
                <a16:creationId xmlns:a16="http://schemas.microsoft.com/office/drawing/2014/main" id="{8B60271E-D3D1-C940-8E8B-08AE5A52C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A3FB2-24BC-E04B-9C2E-9215EA79B927}"/>
              </a:ext>
            </a:extLst>
          </p:cNvPr>
          <p:cNvSpPr>
            <a:spLocks noGrp="1"/>
          </p:cNvSpPr>
          <p:nvPr>
            <p:ph type="sldNum" sz="quarter" idx="12"/>
          </p:nvPr>
        </p:nvSpPr>
        <p:spPr/>
        <p:txBody>
          <a:bodyPr/>
          <a:lstStyle/>
          <a:p>
            <a:fld id="{1851AFB5-B0DF-4396-8C4F-6F145584103D}" type="slidenum">
              <a:rPr lang="en-US" smtClean="0"/>
              <a:t>‹#›</a:t>
            </a:fld>
            <a:endParaRPr lang="en-US"/>
          </a:p>
        </p:txBody>
      </p:sp>
    </p:spTree>
    <p:extLst>
      <p:ext uri="{BB962C8B-B14F-4D97-AF65-F5344CB8AC3E}">
        <p14:creationId xmlns:p14="http://schemas.microsoft.com/office/powerpoint/2010/main" val="3802800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485FC-7DAD-FC48-B5BD-DDB2CC240621}"/>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A7B7138-E185-5F45-83BB-BF10692A6171}"/>
              </a:ext>
            </a:extLst>
          </p:cNvPr>
          <p:cNvSpPr>
            <a:spLocks noGrp="1"/>
          </p:cNvSpPr>
          <p:nvPr>
            <p:ph sz="half" idx="1"/>
          </p:nvPr>
        </p:nvSpPr>
        <p:spPr>
          <a:xfrm>
            <a:off x="2369125" y="1825625"/>
            <a:ext cx="4346943" cy="435133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5AB0131-FD72-314B-A435-F7B1A18D7D70}"/>
              </a:ext>
            </a:extLst>
          </p:cNvPr>
          <p:cNvSpPr>
            <a:spLocks noGrp="1"/>
          </p:cNvSpPr>
          <p:nvPr>
            <p:ph type="dt" sz="half" idx="10"/>
          </p:nvPr>
        </p:nvSpPr>
        <p:spPr/>
        <p:txBody>
          <a:bodyPr/>
          <a:lstStyle/>
          <a:p>
            <a:fld id="{C66F587E-A996-47F5-B3A9-291D6CA07DB4}" type="datetimeFigureOut">
              <a:rPr lang="en-US" smtClean="0"/>
              <a:t>8/26/2024</a:t>
            </a:fld>
            <a:endParaRPr lang="en-US"/>
          </a:p>
        </p:txBody>
      </p:sp>
      <p:sp>
        <p:nvSpPr>
          <p:cNvPr id="6" name="Footer Placeholder 5">
            <a:extLst>
              <a:ext uri="{FF2B5EF4-FFF2-40B4-BE49-F238E27FC236}">
                <a16:creationId xmlns:a16="http://schemas.microsoft.com/office/drawing/2014/main" id="{CD30CBEB-9133-A143-9F7C-D487A9624A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589F4-BA5A-6444-8882-E37D99697337}"/>
              </a:ext>
            </a:extLst>
          </p:cNvPr>
          <p:cNvSpPr>
            <a:spLocks noGrp="1"/>
          </p:cNvSpPr>
          <p:nvPr>
            <p:ph type="sldNum" sz="quarter" idx="12"/>
          </p:nvPr>
        </p:nvSpPr>
        <p:spPr/>
        <p:txBody>
          <a:bodyPr/>
          <a:lstStyle/>
          <a:p>
            <a:fld id="{1851AFB5-B0DF-4396-8C4F-6F145584103D}" type="slidenum">
              <a:rPr lang="en-US" smtClean="0"/>
              <a:t>‹#›</a:t>
            </a:fld>
            <a:endParaRPr lang="en-US"/>
          </a:p>
        </p:txBody>
      </p:sp>
      <p:sp>
        <p:nvSpPr>
          <p:cNvPr id="9" name="Content Placeholder 2">
            <a:extLst>
              <a:ext uri="{FF2B5EF4-FFF2-40B4-BE49-F238E27FC236}">
                <a16:creationId xmlns:a16="http://schemas.microsoft.com/office/drawing/2014/main" id="{48739BEF-D14E-F44B-8FC8-BF861D50DE39}"/>
              </a:ext>
            </a:extLst>
          </p:cNvPr>
          <p:cNvSpPr>
            <a:spLocks noGrp="1"/>
          </p:cNvSpPr>
          <p:nvPr>
            <p:ph sz="half" idx="13"/>
          </p:nvPr>
        </p:nvSpPr>
        <p:spPr>
          <a:xfrm>
            <a:off x="7006856" y="1825625"/>
            <a:ext cx="4346943" cy="435133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85689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5B8BF92-A1DE-FC43-824F-0750905EA521}"/>
              </a:ext>
            </a:extLst>
          </p:cNvPr>
          <p:cNvSpPr>
            <a:spLocks noGrp="1"/>
          </p:cNvSpPr>
          <p:nvPr>
            <p:ph type="body" sz="quarter" idx="3"/>
          </p:nvPr>
        </p:nvSpPr>
        <p:spPr>
          <a:xfrm>
            <a:off x="7006856" y="1825625"/>
            <a:ext cx="4348532" cy="6794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F2C70121-F425-3447-ABCA-072C963613B6}"/>
              </a:ext>
            </a:extLst>
          </p:cNvPr>
          <p:cNvSpPr>
            <a:spLocks noGrp="1"/>
          </p:cNvSpPr>
          <p:nvPr>
            <p:ph type="dt" sz="half" idx="10"/>
          </p:nvPr>
        </p:nvSpPr>
        <p:spPr/>
        <p:txBody>
          <a:bodyPr/>
          <a:lstStyle/>
          <a:p>
            <a:fld id="{C66F587E-A996-47F5-B3A9-291D6CA07DB4}" type="datetimeFigureOut">
              <a:rPr lang="en-US" smtClean="0"/>
              <a:t>8/26/2024</a:t>
            </a:fld>
            <a:endParaRPr lang="en-US"/>
          </a:p>
        </p:txBody>
      </p:sp>
      <p:sp>
        <p:nvSpPr>
          <p:cNvPr id="8" name="Footer Placeholder 7">
            <a:extLst>
              <a:ext uri="{FF2B5EF4-FFF2-40B4-BE49-F238E27FC236}">
                <a16:creationId xmlns:a16="http://schemas.microsoft.com/office/drawing/2014/main" id="{FB8F3859-289A-214B-959A-59FFCD33FC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279F9E-9EF2-9F4E-9624-CF2957EBF2B8}"/>
              </a:ext>
            </a:extLst>
          </p:cNvPr>
          <p:cNvSpPr>
            <a:spLocks noGrp="1"/>
          </p:cNvSpPr>
          <p:nvPr>
            <p:ph type="sldNum" sz="quarter" idx="12"/>
          </p:nvPr>
        </p:nvSpPr>
        <p:spPr/>
        <p:txBody>
          <a:bodyPr/>
          <a:lstStyle/>
          <a:p>
            <a:fld id="{1851AFB5-B0DF-4396-8C4F-6F145584103D}" type="slidenum">
              <a:rPr lang="en-US" smtClean="0"/>
              <a:t>‹#›</a:t>
            </a:fld>
            <a:endParaRPr lang="en-US"/>
          </a:p>
        </p:txBody>
      </p:sp>
      <p:sp>
        <p:nvSpPr>
          <p:cNvPr id="10" name="Title 1">
            <a:extLst>
              <a:ext uri="{FF2B5EF4-FFF2-40B4-BE49-F238E27FC236}">
                <a16:creationId xmlns:a16="http://schemas.microsoft.com/office/drawing/2014/main" id="{206DB105-FCB6-D340-B434-AFC3CA7D8489}"/>
              </a:ext>
            </a:extLst>
          </p:cNvPr>
          <p:cNvSpPr>
            <a:spLocks noGrp="1"/>
          </p:cNvSpPr>
          <p:nvPr>
            <p:ph type="title"/>
          </p:nvPr>
        </p:nvSpPr>
        <p:spPr>
          <a:xfrm>
            <a:off x="2369126" y="681036"/>
            <a:ext cx="8984673" cy="1009651"/>
          </a:xfrm>
        </p:spPr>
        <p:txBody>
          <a:bodyPr/>
          <a:lstStyle/>
          <a:p>
            <a:r>
              <a:rPr lang="en-US"/>
              <a:t>Click to edit Master title style</a:t>
            </a:r>
            <a:endParaRPr lang="en-US" dirty="0"/>
          </a:p>
        </p:txBody>
      </p:sp>
      <p:sp>
        <p:nvSpPr>
          <p:cNvPr id="12" name="Content Placeholder 2">
            <a:extLst>
              <a:ext uri="{FF2B5EF4-FFF2-40B4-BE49-F238E27FC236}">
                <a16:creationId xmlns:a16="http://schemas.microsoft.com/office/drawing/2014/main" id="{DAEEB006-F0BF-DF45-917F-778CF2C1A0F5}"/>
              </a:ext>
            </a:extLst>
          </p:cNvPr>
          <p:cNvSpPr>
            <a:spLocks noGrp="1"/>
          </p:cNvSpPr>
          <p:nvPr>
            <p:ph sz="half" idx="14"/>
          </p:nvPr>
        </p:nvSpPr>
        <p:spPr>
          <a:xfrm>
            <a:off x="7006856" y="2640013"/>
            <a:ext cx="4346943" cy="3536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4">
            <a:extLst>
              <a:ext uri="{FF2B5EF4-FFF2-40B4-BE49-F238E27FC236}">
                <a16:creationId xmlns:a16="http://schemas.microsoft.com/office/drawing/2014/main" id="{ABFD1B88-08C3-744E-A7F9-F7D44DD6F83E}"/>
              </a:ext>
            </a:extLst>
          </p:cNvPr>
          <p:cNvSpPr>
            <a:spLocks noGrp="1"/>
          </p:cNvSpPr>
          <p:nvPr>
            <p:ph type="body" sz="quarter" idx="15"/>
          </p:nvPr>
        </p:nvSpPr>
        <p:spPr>
          <a:xfrm>
            <a:off x="2369126" y="1825625"/>
            <a:ext cx="4348532" cy="6794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2">
            <a:extLst>
              <a:ext uri="{FF2B5EF4-FFF2-40B4-BE49-F238E27FC236}">
                <a16:creationId xmlns:a16="http://schemas.microsoft.com/office/drawing/2014/main" id="{DD1DBC57-C5C9-BC49-B3B5-8D7764ECBF9F}"/>
              </a:ext>
            </a:extLst>
          </p:cNvPr>
          <p:cNvSpPr>
            <a:spLocks noGrp="1"/>
          </p:cNvSpPr>
          <p:nvPr>
            <p:ph sz="half" idx="16"/>
          </p:nvPr>
        </p:nvSpPr>
        <p:spPr>
          <a:xfrm>
            <a:off x="2369126" y="2640013"/>
            <a:ext cx="4346943" cy="3536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9975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75343957-82E2-4B4A-912C-3226992323C1}"/>
              </a:ext>
            </a:extLst>
          </p:cNvPr>
          <p:cNvPicPr>
            <a:picLocks noChangeAspect="1"/>
          </p:cNvPicPr>
          <p:nvPr/>
        </p:nvPicPr>
        <p:blipFill>
          <a:blip r:embed="rId2"/>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E29E4696-BA1E-8C4A-B286-B1FF16817286}"/>
              </a:ext>
            </a:extLst>
          </p:cNvPr>
          <p:cNvSpPr>
            <a:spLocks noGrp="1"/>
          </p:cNvSpPr>
          <p:nvPr>
            <p:ph type="title"/>
          </p:nvPr>
        </p:nvSpPr>
        <p:spPr>
          <a:xfrm>
            <a:off x="2369126" y="852775"/>
            <a:ext cx="8984673" cy="1009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6EAC26-728E-E341-87F9-F0FFE7698EEA}"/>
              </a:ext>
            </a:extLst>
          </p:cNvPr>
          <p:cNvSpPr>
            <a:spLocks noGrp="1"/>
          </p:cNvSpPr>
          <p:nvPr>
            <p:ph idx="1"/>
          </p:nvPr>
        </p:nvSpPr>
        <p:spPr>
          <a:xfrm>
            <a:off x="2369126" y="1963881"/>
            <a:ext cx="8984674" cy="42130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0E254F6-9672-814B-939D-1644FFD1836A}"/>
              </a:ext>
            </a:extLst>
          </p:cNvPr>
          <p:cNvSpPr>
            <a:spLocks noGrp="1"/>
          </p:cNvSpPr>
          <p:nvPr>
            <p:ph type="dt" sz="half" idx="10"/>
          </p:nvPr>
        </p:nvSpPr>
        <p:spPr/>
        <p:txBody>
          <a:bodyPr/>
          <a:lstStyle/>
          <a:p>
            <a:fld id="{C66F587E-A996-47F5-B3A9-291D6CA07DB4}" type="datetimeFigureOut">
              <a:rPr lang="en-US" smtClean="0"/>
              <a:t>8/26/2024</a:t>
            </a:fld>
            <a:endParaRPr lang="en-US"/>
          </a:p>
        </p:txBody>
      </p:sp>
      <p:sp>
        <p:nvSpPr>
          <p:cNvPr id="5" name="Footer Placeholder 4">
            <a:extLst>
              <a:ext uri="{FF2B5EF4-FFF2-40B4-BE49-F238E27FC236}">
                <a16:creationId xmlns:a16="http://schemas.microsoft.com/office/drawing/2014/main" id="{70E922CB-1017-BF43-971C-EDA1073E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54858B-1DC4-2147-9A3A-6A7A84AE3BC9}"/>
              </a:ext>
            </a:extLst>
          </p:cNvPr>
          <p:cNvSpPr>
            <a:spLocks noGrp="1"/>
          </p:cNvSpPr>
          <p:nvPr>
            <p:ph type="sldNum" sz="quarter" idx="12"/>
          </p:nvPr>
        </p:nvSpPr>
        <p:spPr/>
        <p:txBody>
          <a:bodyPr/>
          <a:lstStyle/>
          <a:p>
            <a:fld id="{1851AFB5-B0DF-4396-8C4F-6F145584103D}" type="slidenum">
              <a:rPr lang="en-US" smtClean="0"/>
              <a:t>‹#›</a:t>
            </a:fld>
            <a:endParaRPr lang="en-US"/>
          </a:p>
        </p:txBody>
      </p:sp>
    </p:spTree>
    <p:extLst>
      <p:ext uri="{BB962C8B-B14F-4D97-AF65-F5344CB8AC3E}">
        <p14:creationId xmlns:p14="http://schemas.microsoft.com/office/powerpoint/2010/main" val="4089700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1_Section Header">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3AAC55B2-88CD-E940-A4D0-54234D918C18}"/>
              </a:ext>
            </a:extLst>
          </p:cNvPr>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1AC58962-179B-6542-912A-D199F7A6416A}"/>
              </a:ext>
            </a:extLst>
          </p:cNvPr>
          <p:cNvSpPr>
            <a:spLocks noGrp="1"/>
          </p:cNvSpPr>
          <p:nvPr>
            <p:ph type="title"/>
          </p:nvPr>
        </p:nvSpPr>
        <p:spPr>
          <a:xfrm>
            <a:off x="2369126" y="1709738"/>
            <a:ext cx="8978324"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282326E-DB3E-1D45-BEE0-2E1470A1CC75}"/>
              </a:ext>
            </a:extLst>
          </p:cNvPr>
          <p:cNvSpPr>
            <a:spLocks noGrp="1"/>
          </p:cNvSpPr>
          <p:nvPr>
            <p:ph type="body" idx="1"/>
          </p:nvPr>
        </p:nvSpPr>
        <p:spPr>
          <a:xfrm>
            <a:off x="2369126" y="4589463"/>
            <a:ext cx="8978324"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AD3633-D292-774E-AF77-DCFE3B7B58B9}"/>
              </a:ext>
            </a:extLst>
          </p:cNvPr>
          <p:cNvSpPr>
            <a:spLocks noGrp="1"/>
          </p:cNvSpPr>
          <p:nvPr>
            <p:ph type="dt" sz="half" idx="10"/>
          </p:nvPr>
        </p:nvSpPr>
        <p:spPr/>
        <p:txBody>
          <a:bodyPr/>
          <a:lstStyle/>
          <a:p>
            <a:fld id="{C66F587E-A996-47F5-B3A9-291D6CA07DB4}" type="datetimeFigureOut">
              <a:rPr lang="en-US" smtClean="0"/>
              <a:t>8/26/2024</a:t>
            </a:fld>
            <a:endParaRPr lang="en-US"/>
          </a:p>
        </p:txBody>
      </p:sp>
      <p:sp>
        <p:nvSpPr>
          <p:cNvPr id="5" name="Footer Placeholder 4">
            <a:extLst>
              <a:ext uri="{FF2B5EF4-FFF2-40B4-BE49-F238E27FC236}">
                <a16:creationId xmlns:a16="http://schemas.microsoft.com/office/drawing/2014/main" id="{8B60271E-D3D1-C940-8E8B-08AE5A52C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A3FB2-24BC-E04B-9C2E-9215EA79B927}"/>
              </a:ext>
            </a:extLst>
          </p:cNvPr>
          <p:cNvSpPr>
            <a:spLocks noGrp="1"/>
          </p:cNvSpPr>
          <p:nvPr>
            <p:ph type="sldNum" sz="quarter" idx="12"/>
          </p:nvPr>
        </p:nvSpPr>
        <p:spPr/>
        <p:txBody>
          <a:bodyPr/>
          <a:lstStyle/>
          <a:p>
            <a:fld id="{1851AFB5-B0DF-4396-8C4F-6F145584103D}" type="slidenum">
              <a:rPr lang="en-US" smtClean="0"/>
              <a:t>‹#›</a:t>
            </a:fld>
            <a:endParaRPr lang="en-US"/>
          </a:p>
        </p:txBody>
      </p:sp>
    </p:spTree>
    <p:extLst>
      <p:ext uri="{BB962C8B-B14F-4D97-AF65-F5344CB8AC3E}">
        <p14:creationId xmlns:p14="http://schemas.microsoft.com/office/powerpoint/2010/main" val="1715614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Two Content">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3E19A962-FDC7-A345-B4C6-42AEDEA08CC7}"/>
              </a:ext>
            </a:extLst>
          </p:cNvPr>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19485FC-7DAD-FC48-B5BD-DDB2CC240621}"/>
              </a:ext>
            </a:extLst>
          </p:cNvPr>
          <p:cNvSpPr>
            <a:spLocks noGrp="1"/>
          </p:cNvSpPr>
          <p:nvPr>
            <p:ph type="title"/>
          </p:nvPr>
        </p:nvSpPr>
        <p:spPr>
          <a:xfrm>
            <a:off x="2369126" y="797442"/>
            <a:ext cx="8984673" cy="893245"/>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A7B7138-E185-5F45-83BB-BF10692A6171}"/>
              </a:ext>
            </a:extLst>
          </p:cNvPr>
          <p:cNvSpPr>
            <a:spLocks noGrp="1"/>
          </p:cNvSpPr>
          <p:nvPr>
            <p:ph sz="half" idx="1"/>
          </p:nvPr>
        </p:nvSpPr>
        <p:spPr>
          <a:xfrm>
            <a:off x="2369125" y="1825625"/>
            <a:ext cx="4346943"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5AB0131-FD72-314B-A435-F7B1A18D7D70}"/>
              </a:ext>
            </a:extLst>
          </p:cNvPr>
          <p:cNvSpPr>
            <a:spLocks noGrp="1"/>
          </p:cNvSpPr>
          <p:nvPr>
            <p:ph type="dt" sz="half" idx="10"/>
          </p:nvPr>
        </p:nvSpPr>
        <p:spPr/>
        <p:txBody>
          <a:bodyPr/>
          <a:lstStyle/>
          <a:p>
            <a:fld id="{C66F587E-A996-47F5-B3A9-291D6CA07DB4}" type="datetimeFigureOut">
              <a:rPr lang="en-US" smtClean="0"/>
              <a:t>8/26/2024</a:t>
            </a:fld>
            <a:endParaRPr lang="en-US"/>
          </a:p>
        </p:txBody>
      </p:sp>
      <p:sp>
        <p:nvSpPr>
          <p:cNvPr id="6" name="Footer Placeholder 5">
            <a:extLst>
              <a:ext uri="{FF2B5EF4-FFF2-40B4-BE49-F238E27FC236}">
                <a16:creationId xmlns:a16="http://schemas.microsoft.com/office/drawing/2014/main" id="{CD30CBEB-9133-A143-9F7C-D487A9624A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589F4-BA5A-6444-8882-E37D99697337}"/>
              </a:ext>
            </a:extLst>
          </p:cNvPr>
          <p:cNvSpPr>
            <a:spLocks noGrp="1"/>
          </p:cNvSpPr>
          <p:nvPr>
            <p:ph type="sldNum" sz="quarter" idx="12"/>
          </p:nvPr>
        </p:nvSpPr>
        <p:spPr/>
        <p:txBody>
          <a:bodyPr/>
          <a:lstStyle/>
          <a:p>
            <a:fld id="{1851AFB5-B0DF-4396-8C4F-6F145584103D}" type="slidenum">
              <a:rPr lang="en-US" smtClean="0"/>
              <a:t>‹#›</a:t>
            </a:fld>
            <a:endParaRPr lang="en-US"/>
          </a:p>
        </p:txBody>
      </p:sp>
      <p:sp>
        <p:nvSpPr>
          <p:cNvPr id="9" name="Content Placeholder 2">
            <a:extLst>
              <a:ext uri="{FF2B5EF4-FFF2-40B4-BE49-F238E27FC236}">
                <a16:creationId xmlns:a16="http://schemas.microsoft.com/office/drawing/2014/main" id="{48739BEF-D14E-F44B-8FC8-BF861D50DE39}"/>
              </a:ext>
            </a:extLst>
          </p:cNvPr>
          <p:cNvSpPr>
            <a:spLocks noGrp="1"/>
          </p:cNvSpPr>
          <p:nvPr>
            <p:ph sz="half" idx="13"/>
          </p:nvPr>
        </p:nvSpPr>
        <p:spPr>
          <a:xfrm>
            <a:off x="7006856" y="1825625"/>
            <a:ext cx="4346943"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37878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omparison">
    <p:spTree>
      <p:nvGrpSpPr>
        <p:cNvPr id="1" name=""/>
        <p:cNvGrpSpPr/>
        <p:nvPr/>
      </p:nvGrpSpPr>
      <p:grpSpPr>
        <a:xfrm>
          <a:off x="0" y="0"/>
          <a:ext cx="0" cy="0"/>
          <a:chOff x="0" y="0"/>
          <a:chExt cx="0" cy="0"/>
        </a:xfrm>
      </p:grpSpPr>
      <p:pic>
        <p:nvPicPr>
          <p:cNvPr id="11" name="Content Placeholder 4">
            <a:extLst>
              <a:ext uri="{FF2B5EF4-FFF2-40B4-BE49-F238E27FC236}">
                <a16:creationId xmlns:a16="http://schemas.microsoft.com/office/drawing/2014/main" id="{883B0806-1C70-5043-9BE1-E221F1ECD4FD}"/>
              </a:ext>
            </a:extLst>
          </p:cNvPr>
          <p:cNvPicPr>
            <a:picLocks noChangeAspect="1"/>
          </p:cNvPicPr>
          <p:nvPr/>
        </p:nvPicPr>
        <p:blipFill>
          <a:blip r:embed="rId2"/>
          <a:stretch>
            <a:fillRect/>
          </a:stretch>
        </p:blipFill>
        <p:spPr>
          <a:xfrm>
            <a:off x="0" y="0"/>
            <a:ext cx="12191999" cy="6858000"/>
          </a:xfrm>
          <a:prstGeom prst="rect">
            <a:avLst/>
          </a:prstGeom>
        </p:spPr>
      </p:pic>
      <p:sp>
        <p:nvSpPr>
          <p:cNvPr id="5" name="Text Placeholder 4">
            <a:extLst>
              <a:ext uri="{FF2B5EF4-FFF2-40B4-BE49-F238E27FC236}">
                <a16:creationId xmlns:a16="http://schemas.microsoft.com/office/drawing/2014/main" id="{B5B8BF92-A1DE-FC43-824F-0750905EA521}"/>
              </a:ext>
            </a:extLst>
          </p:cNvPr>
          <p:cNvSpPr>
            <a:spLocks noGrp="1"/>
          </p:cNvSpPr>
          <p:nvPr>
            <p:ph type="body" sz="quarter" idx="3"/>
          </p:nvPr>
        </p:nvSpPr>
        <p:spPr>
          <a:xfrm>
            <a:off x="7006856" y="1825625"/>
            <a:ext cx="4348532" cy="6794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F2C70121-F425-3447-ABCA-072C963613B6}"/>
              </a:ext>
            </a:extLst>
          </p:cNvPr>
          <p:cNvSpPr>
            <a:spLocks noGrp="1"/>
          </p:cNvSpPr>
          <p:nvPr>
            <p:ph type="dt" sz="half" idx="10"/>
          </p:nvPr>
        </p:nvSpPr>
        <p:spPr/>
        <p:txBody>
          <a:bodyPr/>
          <a:lstStyle/>
          <a:p>
            <a:fld id="{C66F587E-A996-47F5-B3A9-291D6CA07DB4}" type="datetimeFigureOut">
              <a:rPr lang="en-US" smtClean="0"/>
              <a:t>8/26/2024</a:t>
            </a:fld>
            <a:endParaRPr lang="en-US"/>
          </a:p>
        </p:txBody>
      </p:sp>
      <p:sp>
        <p:nvSpPr>
          <p:cNvPr id="8" name="Footer Placeholder 7">
            <a:extLst>
              <a:ext uri="{FF2B5EF4-FFF2-40B4-BE49-F238E27FC236}">
                <a16:creationId xmlns:a16="http://schemas.microsoft.com/office/drawing/2014/main" id="{FB8F3859-289A-214B-959A-59FFCD33FC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279F9E-9EF2-9F4E-9624-CF2957EBF2B8}"/>
              </a:ext>
            </a:extLst>
          </p:cNvPr>
          <p:cNvSpPr>
            <a:spLocks noGrp="1"/>
          </p:cNvSpPr>
          <p:nvPr>
            <p:ph type="sldNum" sz="quarter" idx="12"/>
          </p:nvPr>
        </p:nvSpPr>
        <p:spPr/>
        <p:txBody>
          <a:bodyPr/>
          <a:lstStyle/>
          <a:p>
            <a:fld id="{1851AFB5-B0DF-4396-8C4F-6F145584103D}" type="slidenum">
              <a:rPr lang="en-US" smtClean="0"/>
              <a:t>‹#›</a:t>
            </a:fld>
            <a:endParaRPr lang="en-US"/>
          </a:p>
        </p:txBody>
      </p:sp>
      <p:sp>
        <p:nvSpPr>
          <p:cNvPr id="12" name="Content Placeholder 2">
            <a:extLst>
              <a:ext uri="{FF2B5EF4-FFF2-40B4-BE49-F238E27FC236}">
                <a16:creationId xmlns:a16="http://schemas.microsoft.com/office/drawing/2014/main" id="{DAEEB006-F0BF-DF45-917F-778CF2C1A0F5}"/>
              </a:ext>
            </a:extLst>
          </p:cNvPr>
          <p:cNvSpPr>
            <a:spLocks noGrp="1"/>
          </p:cNvSpPr>
          <p:nvPr>
            <p:ph sz="half" idx="14"/>
          </p:nvPr>
        </p:nvSpPr>
        <p:spPr>
          <a:xfrm>
            <a:off x="7006856" y="2640013"/>
            <a:ext cx="4346943" cy="3536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4">
            <a:extLst>
              <a:ext uri="{FF2B5EF4-FFF2-40B4-BE49-F238E27FC236}">
                <a16:creationId xmlns:a16="http://schemas.microsoft.com/office/drawing/2014/main" id="{ABFD1B88-08C3-744E-A7F9-F7D44DD6F83E}"/>
              </a:ext>
            </a:extLst>
          </p:cNvPr>
          <p:cNvSpPr>
            <a:spLocks noGrp="1"/>
          </p:cNvSpPr>
          <p:nvPr>
            <p:ph type="body" sz="quarter" idx="15"/>
          </p:nvPr>
        </p:nvSpPr>
        <p:spPr>
          <a:xfrm>
            <a:off x="2369126" y="1825625"/>
            <a:ext cx="4348532" cy="6794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2">
            <a:extLst>
              <a:ext uri="{FF2B5EF4-FFF2-40B4-BE49-F238E27FC236}">
                <a16:creationId xmlns:a16="http://schemas.microsoft.com/office/drawing/2014/main" id="{DD1DBC57-C5C9-BC49-B3B5-8D7764ECBF9F}"/>
              </a:ext>
            </a:extLst>
          </p:cNvPr>
          <p:cNvSpPr>
            <a:spLocks noGrp="1"/>
          </p:cNvSpPr>
          <p:nvPr>
            <p:ph sz="half" idx="16"/>
          </p:nvPr>
        </p:nvSpPr>
        <p:spPr>
          <a:xfrm>
            <a:off x="2369126" y="2640013"/>
            <a:ext cx="4346943" cy="3536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
            <a:extLst>
              <a:ext uri="{FF2B5EF4-FFF2-40B4-BE49-F238E27FC236}">
                <a16:creationId xmlns:a16="http://schemas.microsoft.com/office/drawing/2014/main" id="{14E8660B-9298-E248-87BA-485866532886}"/>
              </a:ext>
            </a:extLst>
          </p:cNvPr>
          <p:cNvSpPr>
            <a:spLocks noGrp="1"/>
          </p:cNvSpPr>
          <p:nvPr>
            <p:ph type="title"/>
          </p:nvPr>
        </p:nvSpPr>
        <p:spPr>
          <a:xfrm>
            <a:off x="2369126" y="797442"/>
            <a:ext cx="8984673" cy="893245"/>
          </a:xfrm>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3494995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7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89805AC-82AD-404A-B3FC-0B836A2F7794}"/>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29E4696-BA1E-8C4A-B286-B1FF16817286}"/>
              </a:ext>
            </a:extLst>
          </p:cNvPr>
          <p:cNvSpPr>
            <a:spLocks noGrp="1"/>
          </p:cNvSpPr>
          <p:nvPr>
            <p:ph type="title"/>
          </p:nvPr>
        </p:nvSpPr>
        <p:spPr>
          <a:xfrm>
            <a:off x="666044" y="681036"/>
            <a:ext cx="10687755" cy="1009651"/>
          </a:xfrm>
        </p:spPr>
        <p:txBody>
          <a:bodyPr/>
          <a:lstStyle>
            <a:lvl1pPr>
              <a:defRPr>
                <a:solidFill>
                  <a:schemeClr val="accent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A0E254F6-9672-814B-939D-1644FFD1836A}"/>
              </a:ext>
            </a:extLst>
          </p:cNvPr>
          <p:cNvSpPr>
            <a:spLocks noGrp="1"/>
          </p:cNvSpPr>
          <p:nvPr>
            <p:ph type="dt" sz="half" idx="10"/>
          </p:nvPr>
        </p:nvSpPr>
        <p:spPr>
          <a:xfrm>
            <a:off x="666044" y="6377783"/>
            <a:ext cx="1995056" cy="365125"/>
          </a:xfrm>
        </p:spPr>
        <p:txBody>
          <a:bodyPr/>
          <a:lstStyle/>
          <a:p>
            <a:fld id="{C66F587E-A996-47F5-B3A9-291D6CA07DB4}" type="datetimeFigureOut">
              <a:rPr lang="en-US" smtClean="0"/>
              <a:t>8/26/2024</a:t>
            </a:fld>
            <a:endParaRPr lang="en-US"/>
          </a:p>
        </p:txBody>
      </p:sp>
      <p:sp>
        <p:nvSpPr>
          <p:cNvPr id="5" name="Footer Placeholder 4">
            <a:extLst>
              <a:ext uri="{FF2B5EF4-FFF2-40B4-BE49-F238E27FC236}">
                <a16:creationId xmlns:a16="http://schemas.microsoft.com/office/drawing/2014/main" id="{70E922CB-1017-BF43-971C-EDA1073E0EFB}"/>
              </a:ext>
            </a:extLst>
          </p:cNvPr>
          <p:cNvSpPr>
            <a:spLocks noGrp="1"/>
          </p:cNvSpPr>
          <p:nvPr>
            <p:ph type="ftr" sz="quarter" idx="11"/>
          </p:nvPr>
        </p:nvSpPr>
        <p:spPr>
          <a:xfrm>
            <a:off x="3833027" y="6377782"/>
            <a:ext cx="4114800" cy="365125"/>
          </a:xfrm>
        </p:spPr>
        <p:txBody>
          <a:bodyPr/>
          <a:lstStyle/>
          <a:p>
            <a:endParaRPr lang="en-US"/>
          </a:p>
        </p:txBody>
      </p:sp>
      <p:sp>
        <p:nvSpPr>
          <p:cNvPr id="6" name="Slide Number Placeholder 5">
            <a:extLst>
              <a:ext uri="{FF2B5EF4-FFF2-40B4-BE49-F238E27FC236}">
                <a16:creationId xmlns:a16="http://schemas.microsoft.com/office/drawing/2014/main" id="{5154858B-1DC4-2147-9A3A-6A7A84AE3BC9}"/>
              </a:ext>
            </a:extLst>
          </p:cNvPr>
          <p:cNvSpPr>
            <a:spLocks noGrp="1"/>
          </p:cNvSpPr>
          <p:nvPr>
            <p:ph type="sldNum" sz="quarter" idx="12"/>
          </p:nvPr>
        </p:nvSpPr>
        <p:spPr/>
        <p:txBody>
          <a:bodyPr/>
          <a:lstStyle/>
          <a:p>
            <a:fld id="{1851AFB5-B0DF-4396-8C4F-6F145584103D}" type="slidenum">
              <a:rPr lang="en-US" smtClean="0"/>
              <a:t>‹#›</a:t>
            </a:fld>
            <a:endParaRPr lang="en-US"/>
          </a:p>
        </p:txBody>
      </p:sp>
      <p:sp>
        <p:nvSpPr>
          <p:cNvPr id="9" name="Content Placeholder 2">
            <a:extLst>
              <a:ext uri="{FF2B5EF4-FFF2-40B4-BE49-F238E27FC236}">
                <a16:creationId xmlns:a16="http://schemas.microsoft.com/office/drawing/2014/main" id="{C5A5A0E7-32FE-CF45-A542-7C98D0100AD0}"/>
              </a:ext>
            </a:extLst>
          </p:cNvPr>
          <p:cNvSpPr>
            <a:spLocks noGrp="1"/>
          </p:cNvSpPr>
          <p:nvPr>
            <p:ph idx="1"/>
          </p:nvPr>
        </p:nvSpPr>
        <p:spPr>
          <a:xfrm>
            <a:off x="666045" y="1825627"/>
            <a:ext cx="10687756"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36505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2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A2A2E19-7633-F14C-8504-EB5B43A0BB1D}"/>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AC58962-179B-6542-912A-D199F7A6416A}"/>
              </a:ext>
            </a:extLst>
          </p:cNvPr>
          <p:cNvSpPr>
            <a:spLocks noGrp="1"/>
          </p:cNvSpPr>
          <p:nvPr>
            <p:ph type="title"/>
          </p:nvPr>
        </p:nvSpPr>
        <p:spPr>
          <a:xfrm>
            <a:off x="666044" y="1709738"/>
            <a:ext cx="10681405"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282326E-DB3E-1D45-BEE0-2E1470A1CC75}"/>
              </a:ext>
            </a:extLst>
          </p:cNvPr>
          <p:cNvSpPr>
            <a:spLocks noGrp="1"/>
          </p:cNvSpPr>
          <p:nvPr>
            <p:ph type="body" idx="1"/>
          </p:nvPr>
        </p:nvSpPr>
        <p:spPr>
          <a:xfrm>
            <a:off x="666044" y="4589463"/>
            <a:ext cx="10681406"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AD3633-D292-774E-AF77-DCFE3B7B58B9}"/>
              </a:ext>
            </a:extLst>
          </p:cNvPr>
          <p:cNvSpPr>
            <a:spLocks noGrp="1"/>
          </p:cNvSpPr>
          <p:nvPr>
            <p:ph type="dt" sz="half" idx="10"/>
          </p:nvPr>
        </p:nvSpPr>
        <p:spPr>
          <a:xfrm>
            <a:off x="666044" y="6383254"/>
            <a:ext cx="1995056" cy="365125"/>
          </a:xfrm>
        </p:spPr>
        <p:txBody>
          <a:bodyPr/>
          <a:lstStyle/>
          <a:p>
            <a:fld id="{C66F587E-A996-47F5-B3A9-291D6CA07DB4}" type="datetimeFigureOut">
              <a:rPr lang="en-US" smtClean="0"/>
              <a:t>8/26/2024</a:t>
            </a:fld>
            <a:endParaRPr lang="en-US"/>
          </a:p>
        </p:txBody>
      </p:sp>
      <p:sp>
        <p:nvSpPr>
          <p:cNvPr id="5" name="Footer Placeholder 4">
            <a:extLst>
              <a:ext uri="{FF2B5EF4-FFF2-40B4-BE49-F238E27FC236}">
                <a16:creationId xmlns:a16="http://schemas.microsoft.com/office/drawing/2014/main" id="{8B60271E-D3D1-C940-8E8B-08AE5A52CB74}"/>
              </a:ext>
            </a:extLst>
          </p:cNvPr>
          <p:cNvSpPr>
            <a:spLocks noGrp="1"/>
          </p:cNvSpPr>
          <p:nvPr>
            <p:ph type="ftr" sz="quarter" idx="11"/>
          </p:nvPr>
        </p:nvSpPr>
        <p:spPr>
          <a:xfrm>
            <a:off x="3833027" y="6383255"/>
            <a:ext cx="4114800" cy="365125"/>
          </a:xfrm>
        </p:spPr>
        <p:txBody>
          <a:bodyPr/>
          <a:lstStyle/>
          <a:p>
            <a:endParaRPr lang="en-US"/>
          </a:p>
        </p:txBody>
      </p:sp>
      <p:sp>
        <p:nvSpPr>
          <p:cNvPr id="6" name="Slide Number Placeholder 5">
            <a:extLst>
              <a:ext uri="{FF2B5EF4-FFF2-40B4-BE49-F238E27FC236}">
                <a16:creationId xmlns:a16="http://schemas.microsoft.com/office/drawing/2014/main" id="{88CA3FB2-24BC-E04B-9C2E-9215EA79B927}"/>
              </a:ext>
            </a:extLst>
          </p:cNvPr>
          <p:cNvSpPr>
            <a:spLocks noGrp="1"/>
          </p:cNvSpPr>
          <p:nvPr>
            <p:ph type="sldNum" sz="quarter" idx="12"/>
          </p:nvPr>
        </p:nvSpPr>
        <p:spPr/>
        <p:txBody>
          <a:bodyPr/>
          <a:lstStyle/>
          <a:p>
            <a:fld id="{1851AFB5-B0DF-4396-8C4F-6F145584103D}" type="slidenum">
              <a:rPr lang="en-US" smtClean="0"/>
              <a:t>‹#›</a:t>
            </a:fld>
            <a:endParaRPr lang="en-US"/>
          </a:p>
        </p:txBody>
      </p:sp>
    </p:spTree>
    <p:extLst>
      <p:ext uri="{BB962C8B-B14F-4D97-AF65-F5344CB8AC3E}">
        <p14:creationId xmlns:p14="http://schemas.microsoft.com/office/powerpoint/2010/main" val="2415117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2_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692536D-3C72-AA45-B6C9-14848D579DDB}"/>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EA7B7138-E185-5F45-83BB-BF10692A6171}"/>
              </a:ext>
            </a:extLst>
          </p:cNvPr>
          <p:cNvSpPr>
            <a:spLocks noGrp="1"/>
          </p:cNvSpPr>
          <p:nvPr>
            <p:ph sz="half" idx="1"/>
          </p:nvPr>
        </p:nvSpPr>
        <p:spPr>
          <a:xfrm>
            <a:off x="666044" y="1825625"/>
            <a:ext cx="5274736" cy="435133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819485FC-7DAD-FC48-B5BD-DDB2CC240621}"/>
              </a:ext>
            </a:extLst>
          </p:cNvPr>
          <p:cNvSpPr>
            <a:spLocks noGrp="1"/>
          </p:cNvSpPr>
          <p:nvPr>
            <p:ph type="title"/>
          </p:nvPr>
        </p:nvSpPr>
        <p:spPr>
          <a:xfrm>
            <a:off x="666044" y="681036"/>
            <a:ext cx="10687755" cy="1009651"/>
          </a:xfrm>
        </p:spPr>
        <p:txBody>
          <a:bodyPr/>
          <a:lstStyle>
            <a:lvl1pPr>
              <a:defRPr>
                <a:solidFill>
                  <a:schemeClr val="accent1"/>
                </a:solidFill>
              </a:defRPr>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15AB0131-FD72-314B-A435-F7B1A18D7D70}"/>
              </a:ext>
            </a:extLst>
          </p:cNvPr>
          <p:cNvSpPr>
            <a:spLocks noGrp="1"/>
          </p:cNvSpPr>
          <p:nvPr>
            <p:ph type="dt" sz="half" idx="10"/>
          </p:nvPr>
        </p:nvSpPr>
        <p:spPr>
          <a:xfrm>
            <a:off x="666044" y="6377782"/>
            <a:ext cx="1995056" cy="365125"/>
          </a:xfrm>
        </p:spPr>
        <p:txBody>
          <a:bodyPr/>
          <a:lstStyle/>
          <a:p>
            <a:fld id="{C66F587E-A996-47F5-B3A9-291D6CA07DB4}" type="datetimeFigureOut">
              <a:rPr lang="en-US" smtClean="0"/>
              <a:t>8/26/2024</a:t>
            </a:fld>
            <a:endParaRPr lang="en-US"/>
          </a:p>
        </p:txBody>
      </p:sp>
      <p:sp>
        <p:nvSpPr>
          <p:cNvPr id="6" name="Footer Placeholder 5">
            <a:extLst>
              <a:ext uri="{FF2B5EF4-FFF2-40B4-BE49-F238E27FC236}">
                <a16:creationId xmlns:a16="http://schemas.microsoft.com/office/drawing/2014/main" id="{CD30CBEB-9133-A143-9F7C-D487A9624A51}"/>
              </a:ext>
            </a:extLst>
          </p:cNvPr>
          <p:cNvSpPr>
            <a:spLocks noGrp="1"/>
          </p:cNvSpPr>
          <p:nvPr>
            <p:ph type="ftr" sz="quarter" idx="11"/>
          </p:nvPr>
        </p:nvSpPr>
        <p:spPr>
          <a:xfrm>
            <a:off x="3833027" y="6377782"/>
            <a:ext cx="4114800" cy="365125"/>
          </a:xfrm>
        </p:spPr>
        <p:txBody>
          <a:bodyPr/>
          <a:lstStyle/>
          <a:p>
            <a:endParaRPr lang="en-US"/>
          </a:p>
        </p:txBody>
      </p:sp>
      <p:sp>
        <p:nvSpPr>
          <p:cNvPr id="7" name="Slide Number Placeholder 6">
            <a:extLst>
              <a:ext uri="{FF2B5EF4-FFF2-40B4-BE49-F238E27FC236}">
                <a16:creationId xmlns:a16="http://schemas.microsoft.com/office/drawing/2014/main" id="{5F1589F4-BA5A-6444-8882-E37D99697337}"/>
              </a:ext>
            </a:extLst>
          </p:cNvPr>
          <p:cNvSpPr>
            <a:spLocks noGrp="1"/>
          </p:cNvSpPr>
          <p:nvPr>
            <p:ph type="sldNum" sz="quarter" idx="12"/>
          </p:nvPr>
        </p:nvSpPr>
        <p:spPr/>
        <p:txBody>
          <a:bodyPr/>
          <a:lstStyle/>
          <a:p>
            <a:fld id="{1851AFB5-B0DF-4396-8C4F-6F145584103D}" type="slidenum">
              <a:rPr lang="en-US" smtClean="0"/>
              <a:t>‹#›</a:t>
            </a:fld>
            <a:endParaRPr lang="en-US"/>
          </a:p>
        </p:txBody>
      </p:sp>
      <p:sp>
        <p:nvSpPr>
          <p:cNvPr id="12" name="Content Placeholder 2">
            <a:extLst>
              <a:ext uri="{FF2B5EF4-FFF2-40B4-BE49-F238E27FC236}">
                <a16:creationId xmlns:a16="http://schemas.microsoft.com/office/drawing/2014/main" id="{2E867EF0-BE36-D64E-BB00-35A7C5336B95}"/>
              </a:ext>
            </a:extLst>
          </p:cNvPr>
          <p:cNvSpPr>
            <a:spLocks noGrp="1"/>
          </p:cNvSpPr>
          <p:nvPr>
            <p:ph sz="half" idx="13"/>
          </p:nvPr>
        </p:nvSpPr>
        <p:spPr>
          <a:xfrm>
            <a:off x="6079063" y="1825625"/>
            <a:ext cx="5274736" cy="435133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9263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2_Comparison">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D7CEA33-EEDD-9747-AF01-52FAA18F7DAB}"/>
              </a:ext>
            </a:extLst>
          </p:cNvPr>
          <p:cNvPicPr>
            <a:picLocks noChangeAspect="1"/>
          </p:cNvPicPr>
          <p:nvPr/>
        </p:nvPicPr>
        <p:blipFill>
          <a:blip r:embed="rId2"/>
          <a:stretch>
            <a:fillRect/>
          </a:stretch>
        </p:blipFill>
        <p:spPr>
          <a:xfrm>
            <a:off x="0" y="0"/>
            <a:ext cx="12192000" cy="6858000"/>
          </a:xfrm>
          <a:prstGeom prst="rect">
            <a:avLst/>
          </a:prstGeom>
        </p:spPr>
      </p:pic>
      <p:sp>
        <p:nvSpPr>
          <p:cNvPr id="7" name="Date Placeholder 6">
            <a:extLst>
              <a:ext uri="{FF2B5EF4-FFF2-40B4-BE49-F238E27FC236}">
                <a16:creationId xmlns:a16="http://schemas.microsoft.com/office/drawing/2014/main" id="{F2C70121-F425-3447-ABCA-072C963613B6}"/>
              </a:ext>
            </a:extLst>
          </p:cNvPr>
          <p:cNvSpPr>
            <a:spLocks noGrp="1"/>
          </p:cNvSpPr>
          <p:nvPr>
            <p:ph type="dt" sz="half" idx="10"/>
          </p:nvPr>
        </p:nvSpPr>
        <p:spPr>
          <a:xfrm>
            <a:off x="666043" y="6377253"/>
            <a:ext cx="1995056" cy="365125"/>
          </a:xfrm>
        </p:spPr>
        <p:txBody>
          <a:bodyPr/>
          <a:lstStyle/>
          <a:p>
            <a:fld id="{C66F587E-A996-47F5-B3A9-291D6CA07DB4}" type="datetimeFigureOut">
              <a:rPr lang="en-US" smtClean="0"/>
              <a:t>8/26/2024</a:t>
            </a:fld>
            <a:endParaRPr lang="en-US"/>
          </a:p>
        </p:txBody>
      </p:sp>
      <p:sp>
        <p:nvSpPr>
          <p:cNvPr id="8" name="Footer Placeholder 7">
            <a:extLst>
              <a:ext uri="{FF2B5EF4-FFF2-40B4-BE49-F238E27FC236}">
                <a16:creationId xmlns:a16="http://schemas.microsoft.com/office/drawing/2014/main" id="{FB8F3859-289A-214B-959A-59FFCD33FC91}"/>
              </a:ext>
            </a:extLst>
          </p:cNvPr>
          <p:cNvSpPr>
            <a:spLocks noGrp="1"/>
          </p:cNvSpPr>
          <p:nvPr>
            <p:ph type="ftr" sz="quarter" idx="11"/>
          </p:nvPr>
        </p:nvSpPr>
        <p:spPr>
          <a:xfrm>
            <a:off x="3833026" y="6377252"/>
            <a:ext cx="4114800" cy="365125"/>
          </a:xfrm>
        </p:spPr>
        <p:txBody>
          <a:bodyPr/>
          <a:lstStyle/>
          <a:p>
            <a:endParaRPr lang="en-US"/>
          </a:p>
        </p:txBody>
      </p:sp>
      <p:sp>
        <p:nvSpPr>
          <p:cNvPr id="9" name="Slide Number Placeholder 8">
            <a:extLst>
              <a:ext uri="{FF2B5EF4-FFF2-40B4-BE49-F238E27FC236}">
                <a16:creationId xmlns:a16="http://schemas.microsoft.com/office/drawing/2014/main" id="{34279F9E-9EF2-9F4E-9624-CF2957EBF2B8}"/>
              </a:ext>
            </a:extLst>
          </p:cNvPr>
          <p:cNvSpPr>
            <a:spLocks noGrp="1"/>
          </p:cNvSpPr>
          <p:nvPr>
            <p:ph type="sldNum" sz="quarter" idx="12"/>
          </p:nvPr>
        </p:nvSpPr>
        <p:spPr/>
        <p:txBody>
          <a:bodyPr/>
          <a:lstStyle/>
          <a:p>
            <a:fld id="{1851AFB5-B0DF-4396-8C4F-6F145584103D}" type="slidenum">
              <a:rPr lang="en-US" smtClean="0"/>
              <a:t>‹#›</a:t>
            </a:fld>
            <a:endParaRPr lang="en-US"/>
          </a:p>
        </p:txBody>
      </p:sp>
      <p:sp>
        <p:nvSpPr>
          <p:cNvPr id="10" name="Title 1">
            <a:extLst>
              <a:ext uri="{FF2B5EF4-FFF2-40B4-BE49-F238E27FC236}">
                <a16:creationId xmlns:a16="http://schemas.microsoft.com/office/drawing/2014/main" id="{206DB105-FCB6-D340-B434-AFC3CA7D8489}"/>
              </a:ext>
            </a:extLst>
          </p:cNvPr>
          <p:cNvSpPr>
            <a:spLocks noGrp="1"/>
          </p:cNvSpPr>
          <p:nvPr>
            <p:ph type="title"/>
          </p:nvPr>
        </p:nvSpPr>
        <p:spPr>
          <a:xfrm>
            <a:off x="666044" y="681036"/>
            <a:ext cx="10687755" cy="1009651"/>
          </a:xfrm>
        </p:spPr>
        <p:txBody>
          <a:bodyPr/>
          <a:lstStyle/>
          <a:p>
            <a:r>
              <a:rPr lang="en-US"/>
              <a:t>Click to edit Master title style</a:t>
            </a:r>
            <a:endParaRPr lang="en-US" dirty="0"/>
          </a:p>
        </p:txBody>
      </p:sp>
      <p:sp>
        <p:nvSpPr>
          <p:cNvPr id="13" name="Text Placeholder 4">
            <a:extLst>
              <a:ext uri="{FF2B5EF4-FFF2-40B4-BE49-F238E27FC236}">
                <a16:creationId xmlns:a16="http://schemas.microsoft.com/office/drawing/2014/main" id="{ABFD1B88-08C3-744E-A7F9-F7D44DD6F83E}"/>
              </a:ext>
            </a:extLst>
          </p:cNvPr>
          <p:cNvSpPr>
            <a:spLocks noGrp="1"/>
          </p:cNvSpPr>
          <p:nvPr>
            <p:ph type="body" sz="quarter" idx="15"/>
          </p:nvPr>
        </p:nvSpPr>
        <p:spPr>
          <a:xfrm>
            <a:off x="666043" y="1824567"/>
            <a:ext cx="5274735" cy="6794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2">
            <a:extLst>
              <a:ext uri="{FF2B5EF4-FFF2-40B4-BE49-F238E27FC236}">
                <a16:creationId xmlns:a16="http://schemas.microsoft.com/office/drawing/2014/main" id="{71AD269C-BA53-114A-98B5-479CD3C0EF1A}"/>
              </a:ext>
            </a:extLst>
          </p:cNvPr>
          <p:cNvSpPr>
            <a:spLocks noGrp="1"/>
          </p:cNvSpPr>
          <p:nvPr>
            <p:ph sz="half" idx="1"/>
          </p:nvPr>
        </p:nvSpPr>
        <p:spPr>
          <a:xfrm>
            <a:off x="666044" y="2640013"/>
            <a:ext cx="5274736" cy="3536950"/>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4">
            <a:extLst>
              <a:ext uri="{FF2B5EF4-FFF2-40B4-BE49-F238E27FC236}">
                <a16:creationId xmlns:a16="http://schemas.microsoft.com/office/drawing/2014/main" id="{A316CD7A-9881-8D43-9E01-B0864226454A}"/>
              </a:ext>
            </a:extLst>
          </p:cNvPr>
          <p:cNvSpPr>
            <a:spLocks noGrp="1"/>
          </p:cNvSpPr>
          <p:nvPr>
            <p:ph type="body" sz="quarter" idx="16"/>
          </p:nvPr>
        </p:nvSpPr>
        <p:spPr>
          <a:xfrm>
            <a:off x="6079064" y="1824567"/>
            <a:ext cx="5274735" cy="6794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2">
            <a:extLst>
              <a:ext uri="{FF2B5EF4-FFF2-40B4-BE49-F238E27FC236}">
                <a16:creationId xmlns:a16="http://schemas.microsoft.com/office/drawing/2014/main" id="{9E2B8DAD-5100-8540-93CB-DE56F548EF87}"/>
              </a:ext>
            </a:extLst>
          </p:cNvPr>
          <p:cNvSpPr>
            <a:spLocks noGrp="1"/>
          </p:cNvSpPr>
          <p:nvPr>
            <p:ph sz="half" idx="17"/>
          </p:nvPr>
        </p:nvSpPr>
        <p:spPr>
          <a:xfrm>
            <a:off x="6079065" y="2640013"/>
            <a:ext cx="5274736" cy="3536950"/>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106393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5" name="Picture 4" descr="A flat screen television&#10;&#10;Description automatically generated">
            <a:extLst>
              <a:ext uri="{FF2B5EF4-FFF2-40B4-BE49-F238E27FC236}">
                <a16:creationId xmlns:a16="http://schemas.microsoft.com/office/drawing/2014/main" id="{84C3F7E3-BCB0-7640-A2F7-1DF59BF1119D}"/>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29E4696-BA1E-8C4A-B286-B1FF16817286}"/>
              </a:ext>
            </a:extLst>
          </p:cNvPr>
          <p:cNvSpPr>
            <a:spLocks noGrp="1"/>
          </p:cNvSpPr>
          <p:nvPr>
            <p:ph type="title"/>
          </p:nvPr>
        </p:nvSpPr>
        <p:spPr>
          <a:xfrm>
            <a:off x="776176" y="681036"/>
            <a:ext cx="10639646" cy="1009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6EAC26-728E-E341-87F9-F0FFE7698EEA}"/>
              </a:ext>
            </a:extLst>
          </p:cNvPr>
          <p:cNvSpPr>
            <a:spLocks noGrp="1"/>
          </p:cNvSpPr>
          <p:nvPr>
            <p:ph idx="1"/>
          </p:nvPr>
        </p:nvSpPr>
        <p:spPr>
          <a:xfrm>
            <a:off x="776177" y="1825625"/>
            <a:ext cx="10639645" cy="3502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FA832D60-F93C-254C-8490-AC31B75DF427}"/>
              </a:ext>
            </a:extLst>
          </p:cNvPr>
          <p:cNvSpPr>
            <a:spLocks noGrp="1"/>
          </p:cNvSpPr>
          <p:nvPr>
            <p:ph type="dt" sz="half" idx="10"/>
          </p:nvPr>
        </p:nvSpPr>
        <p:spPr>
          <a:xfrm>
            <a:off x="776176" y="5462940"/>
            <a:ext cx="1995056" cy="365125"/>
          </a:xfrm>
        </p:spPr>
        <p:txBody>
          <a:bodyPr/>
          <a:lstStyle/>
          <a:p>
            <a:fld id="{C66F587E-A996-47F5-B3A9-291D6CA07DB4}" type="datetimeFigureOut">
              <a:rPr lang="en-US" smtClean="0"/>
              <a:t>8/26/2024</a:t>
            </a:fld>
            <a:endParaRPr lang="en-US"/>
          </a:p>
        </p:txBody>
      </p:sp>
      <p:sp>
        <p:nvSpPr>
          <p:cNvPr id="16" name="Footer Placeholder 15">
            <a:extLst>
              <a:ext uri="{FF2B5EF4-FFF2-40B4-BE49-F238E27FC236}">
                <a16:creationId xmlns:a16="http://schemas.microsoft.com/office/drawing/2014/main" id="{ED401C78-F7BE-4248-BD96-72E3667A5BC7}"/>
              </a:ext>
            </a:extLst>
          </p:cNvPr>
          <p:cNvSpPr>
            <a:spLocks noGrp="1"/>
          </p:cNvSpPr>
          <p:nvPr>
            <p:ph type="ftr" sz="quarter" idx="11"/>
          </p:nvPr>
        </p:nvSpPr>
        <p:spPr>
          <a:xfrm>
            <a:off x="4038599" y="5462939"/>
            <a:ext cx="4114800" cy="365125"/>
          </a:xfrm>
        </p:spPr>
        <p:txBody>
          <a:bodyPr/>
          <a:lstStyle/>
          <a:p>
            <a:endParaRPr lang="en-US"/>
          </a:p>
        </p:txBody>
      </p:sp>
      <p:sp>
        <p:nvSpPr>
          <p:cNvPr id="17" name="Slide Number Placeholder 16">
            <a:extLst>
              <a:ext uri="{FF2B5EF4-FFF2-40B4-BE49-F238E27FC236}">
                <a16:creationId xmlns:a16="http://schemas.microsoft.com/office/drawing/2014/main" id="{7C5D7452-52C1-B242-B10C-3827C3C38980}"/>
              </a:ext>
            </a:extLst>
          </p:cNvPr>
          <p:cNvSpPr>
            <a:spLocks noGrp="1"/>
          </p:cNvSpPr>
          <p:nvPr>
            <p:ph type="sldNum" sz="quarter" idx="12"/>
          </p:nvPr>
        </p:nvSpPr>
        <p:spPr>
          <a:xfrm>
            <a:off x="9144000" y="5462938"/>
            <a:ext cx="2743200" cy="365125"/>
          </a:xfrm>
        </p:spPr>
        <p:txBody>
          <a:bodyPr/>
          <a:lstStyle/>
          <a:p>
            <a:fld id="{1851AFB5-B0DF-4396-8C4F-6F145584103D}" type="slidenum">
              <a:rPr lang="en-US" smtClean="0"/>
              <a:t>‹#›</a:t>
            </a:fld>
            <a:endParaRPr lang="en-US"/>
          </a:p>
        </p:txBody>
      </p:sp>
    </p:spTree>
    <p:extLst>
      <p:ext uri="{BB962C8B-B14F-4D97-AF65-F5344CB8AC3E}">
        <p14:creationId xmlns:p14="http://schemas.microsoft.com/office/powerpoint/2010/main" val="2448006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4_Title and Content">
    <p:spTree>
      <p:nvGrpSpPr>
        <p:cNvPr id="1" name=""/>
        <p:cNvGrpSpPr/>
        <p:nvPr/>
      </p:nvGrpSpPr>
      <p:grpSpPr>
        <a:xfrm>
          <a:off x="0" y="0"/>
          <a:ext cx="0" cy="0"/>
          <a:chOff x="0" y="0"/>
          <a:chExt cx="0" cy="0"/>
        </a:xfrm>
      </p:grpSpPr>
      <p:pic>
        <p:nvPicPr>
          <p:cNvPr id="5" name="Picture 4" descr="A flat screen television&#10;&#10;Description automatically generated">
            <a:extLst>
              <a:ext uri="{FF2B5EF4-FFF2-40B4-BE49-F238E27FC236}">
                <a16:creationId xmlns:a16="http://schemas.microsoft.com/office/drawing/2014/main" id="{A2ECD31C-D950-C145-9EDF-FEF5C2ACDBC0}"/>
              </a:ext>
            </a:extLst>
          </p:cNvPr>
          <p:cNvPicPr>
            <a:picLocks noChangeAspect="1"/>
          </p:cNvPicPr>
          <p:nvPr/>
        </p:nvPicPr>
        <p:blipFill>
          <a:blip r:embed="rId2"/>
          <a:stretch>
            <a:fillRect/>
          </a:stretch>
        </p:blipFill>
        <p:spPr>
          <a:xfrm>
            <a:off x="0" y="0"/>
            <a:ext cx="12192000" cy="6858000"/>
          </a:xfrm>
          <a:prstGeom prst="rect">
            <a:avLst/>
          </a:prstGeom>
        </p:spPr>
      </p:pic>
      <p:sp>
        <p:nvSpPr>
          <p:cNvPr id="15" name="Date Placeholder 14">
            <a:extLst>
              <a:ext uri="{FF2B5EF4-FFF2-40B4-BE49-F238E27FC236}">
                <a16:creationId xmlns:a16="http://schemas.microsoft.com/office/drawing/2014/main" id="{FA832D60-F93C-254C-8490-AC31B75DF427}"/>
              </a:ext>
            </a:extLst>
          </p:cNvPr>
          <p:cNvSpPr>
            <a:spLocks noGrp="1"/>
          </p:cNvSpPr>
          <p:nvPr>
            <p:ph type="dt" sz="half" idx="10"/>
          </p:nvPr>
        </p:nvSpPr>
        <p:spPr>
          <a:xfrm>
            <a:off x="776176" y="5462940"/>
            <a:ext cx="1995056" cy="365125"/>
          </a:xfrm>
        </p:spPr>
        <p:txBody>
          <a:bodyPr/>
          <a:lstStyle/>
          <a:p>
            <a:fld id="{C66F587E-A996-47F5-B3A9-291D6CA07DB4}" type="datetimeFigureOut">
              <a:rPr lang="en-US" smtClean="0"/>
              <a:t>8/26/2024</a:t>
            </a:fld>
            <a:endParaRPr lang="en-US"/>
          </a:p>
        </p:txBody>
      </p:sp>
      <p:sp>
        <p:nvSpPr>
          <p:cNvPr id="16" name="Footer Placeholder 15">
            <a:extLst>
              <a:ext uri="{FF2B5EF4-FFF2-40B4-BE49-F238E27FC236}">
                <a16:creationId xmlns:a16="http://schemas.microsoft.com/office/drawing/2014/main" id="{ED401C78-F7BE-4248-BD96-72E3667A5BC7}"/>
              </a:ext>
            </a:extLst>
          </p:cNvPr>
          <p:cNvSpPr>
            <a:spLocks noGrp="1"/>
          </p:cNvSpPr>
          <p:nvPr>
            <p:ph type="ftr" sz="quarter" idx="11"/>
          </p:nvPr>
        </p:nvSpPr>
        <p:spPr>
          <a:xfrm>
            <a:off x="4038599" y="5462939"/>
            <a:ext cx="4114800" cy="365125"/>
          </a:xfrm>
        </p:spPr>
        <p:txBody>
          <a:bodyPr/>
          <a:lstStyle/>
          <a:p>
            <a:endParaRPr lang="en-US"/>
          </a:p>
        </p:txBody>
      </p:sp>
      <p:sp>
        <p:nvSpPr>
          <p:cNvPr id="17" name="Slide Number Placeholder 16">
            <a:extLst>
              <a:ext uri="{FF2B5EF4-FFF2-40B4-BE49-F238E27FC236}">
                <a16:creationId xmlns:a16="http://schemas.microsoft.com/office/drawing/2014/main" id="{7C5D7452-52C1-B242-B10C-3827C3C38980}"/>
              </a:ext>
            </a:extLst>
          </p:cNvPr>
          <p:cNvSpPr>
            <a:spLocks noGrp="1"/>
          </p:cNvSpPr>
          <p:nvPr>
            <p:ph type="sldNum" sz="quarter" idx="12"/>
          </p:nvPr>
        </p:nvSpPr>
        <p:spPr>
          <a:xfrm>
            <a:off x="9144000" y="5462938"/>
            <a:ext cx="2743200" cy="365125"/>
          </a:xfrm>
        </p:spPr>
        <p:txBody>
          <a:bodyPr/>
          <a:lstStyle/>
          <a:p>
            <a:fld id="{1851AFB5-B0DF-4396-8C4F-6F145584103D}" type="slidenum">
              <a:rPr lang="en-US" smtClean="0"/>
              <a:t>‹#›</a:t>
            </a:fld>
            <a:endParaRPr lang="en-US"/>
          </a:p>
        </p:txBody>
      </p:sp>
      <p:sp>
        <p:nvSpPr>
          <p:cNvPr id="10" name="Title 1">
            <a:extLst>
              <a:ext uri="{FF2B5EF4-FFF2-40B4-BE49-F238E27FC236}">
                <a16:creationId xmlns:a16="http://schemas.microsoft.com/office/drawing/2014/main" id="{C93C34E7-074F-DF4D-8D17-4D0DF6E6396D}"/>
              </a:ext>
            </a:extLst>
          </p:cNvPr>
          <p:cNvSpPr txBox="1">
            <a:spLocks/>
          </p:cNvSpPr>
          <p:nvPr/>
        </p:nvSpPr>
        <p:spPr>
          <a:xfrm>
            <a:off x="776176" y="1448151"/>
            <a:ext cx="8978324"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13F99976-12BE-094B-95EE-565DAE0B67D5}"/>
              </a:ext>
            </a:extLst>
          </p:cNvPr>
          <p:cNvSpPr>
            <a:spLocks noGrp="1"/>
          </p:cNvSpPr>
          <p:nvPr>
            <p:ph type="body" idx="13"/>
          </p:nvPr>
        </p:nvSpPr>
        <p:spPr>
          <a:xfrm>
            <a:off x="776176" y="4327876"/>
            <a:ext cx="8978324"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itle 1">
            <a:extLst>
              <a:ext uri="{FF2B5EF4-FFF2-40B4-BE49-F238E27FC236}">
                <a16:creationId xmlns:a16="http://schemas.microsoft.com/office/drawing/2014/main" id="{A22C74DB-01E2-6547-8EAB-72C6FB503B6A}"/>
              </a:ext>
            </a:extLst>
          </p:cNvPr>
          <p:cNvSpPr>
            <a:spLocks noGrp="1"/>
          </p:cNvSpPr>
          <p:nvPr>
            <p:ph type="title"/>
          </p:nvPr>
        </p:nvSpPr>
        <p:spPr>
          <a:xfrm>
            <a:off x="776176" y="1421163"/>
            <a:ext cx="8978324" cy="2852737"/>
          </a:xfrm>
        </p:spPr>
        <p:txBody>
          <a:bodyPr anchor="b"/>
          <a:lstStyle>
            <a:lvl1pPr>
              <a:defRPr sz="6000"/>
            </a:lvl1pPr>
          </a:lstStyle>
          <a:p>
            <a:r>
              <a:rPr lang="en-US"/>
              <a:t>Click to edit Master title style</a:t>
            </a:r>
            <a:endParaRPr lang="en-US" dirty="0"/>
          </a:p>
        </p:txBody>
      </p:sp>
    </p:spTree>
    <p:extLst>
      <p:ext uri="{BB962C8B-B14F-4D97-AF65-F5344CB8AC3E}">
        <p14:creationId xmlns:p14="http://schemas.microsoft.com/office/powerpoint/2010/main" val="15952145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5_Title and Content">
    <p:spTree>
      <p:nvGrpSpPr>
        <p:cNvPr id="1" name=""/>
        <p:cNvGrpSpPr/>
        <p:nvPr/>
      </p:nvGrpSpPr>
      <p:grpSpPr>
        <a:xfrm>
          <a:off x="0" y="0"/>
          <a:ext cx="0" cy="0"/>
          <a:chOff x="0" y="0"/>
          <a:chExt cx="0" cy="0"/>
        </a:xfrm>
      </p:grpSpPr>
      <p:pic>
        <p:nvPicPr>
          <p:cNvPr id="6" name="Picture 5" descr="A flat screen television&#10;&#10;Description automatically generated">
            <a:extLst>
              <a:ext uri="{FF2B5EF4-FFF2-40B4-BE49-F238E27FC236}">
                <a16:creationId xmlns:a16="http://schemas.microsoft.com/office/drawing/2014/main" id="{0A6E7507-5090-824D-B32A-C3175E84694F}"/>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29E4696-BA1E-8C4A-B286-B1FF16817286}"/>
              </a:ext>
            </a:extLst>
          </p:cNvPr>
          <p:cNvSpPr>
            <a:spLocks noGrp="1"/>
          </p:cNvSpPr>
          <p:nvPr>
            <p:ph type="title"/>
          </p:nvPr>
        </p:nvSpPr>
        <p:spPr>
          <a:xfrm>
            <a:off x="776176" y="681036"/>
            <a:ext cx="10639646" cy="1009651"/>
          </a:xfrm>
        </p:spPr>
        <p:txBody>
          <a:bodyPr/>
          <a:lstStyle/>
          <a:p>
            <a:r>
              <a:rPr lang="en-US"/>
              <a:t>Click to edit Master title style</a:t>
            </a:r>
            <a:endParaRPr lang="en-US" dirty="0"/>
          </a:p>
        </p:txBody>
      </p:sp>
      <p:sp>
        <p:nvSpPr>
          <p:cNvPr id="15" name="Date Placeholder 14">
            <a:extLst>
              <a:ext uri="{FF2B5EF4-FFF2-40B4-BE49-F238E27FC236}">
                <a16:creationId xmlns:a16="http://schemas.microsoft.com/office/drawing/2014/main" id="{FA832D60-F93C-254C-8490-AC31B75DF427}"/>
              </a:ext>
            </a:extLst>
          </p:cNvPr>
          <p:cNvSpPr>
            <a:spLocks noGrp="1"/>
          </p:cNvSpPr>
          <p:nvPr>
            <p:ph type="dt" sz="half" idx="10"/>
          </p:nvPr>
        </p:nvSpPr>
        <p:spPr>
          <a:xfrm>
            <a:off x="776176" y="5462940"/>
            <a:ext cx="1995056" cy="365125"/>
          </a:xfrm>
        </p:spPr>
        <p:txBody>
          <a:bodyPr/>
          <a:lstStyle/>
          <a:p>
            <a:fld id="{C66F587E-A996-47F5-B3A9-291D6CA07DB4}" type="datetimeFigureOut">
              <a:rPr lang="en-US" smtClean="0"/>
              <a:t>8/26/2024</a:t>
            </a:fld>
            <a:endParaRPr lang="en-US"/>
          </a:p>
        </p:txBody>
      </p:sp>
      <p:sp>
        <p:nvSpPr>
          <p:cNvPr id="16" name="Footer Placeholder 15">
            <a:extLst>
              <a:ext uri="{FF2B5EF4-FFF2-40B4-BE49-F238E27FC236}">
                <a16:creationId xmlns:a16="http://schemas.microsoft.com/office/drawing/2014/main" id="{ED401C78-F7BE-4248-BD96-72E3667A5BC7}"/>
              </a:ext>
            </a:extLst>
          </p:cNvPr>
          <p:cNvSpPr>
            <a:spLocks noGrp="1"/>
          </p:cNvSpPr>
          <p:nvPr>
            <p:ph type="ftr" sz="quarter" idx="11"/>
          </p:nvPr>
        </p:nvSpPr>
        <p:spPr>
          <a:xfrm>
            <a:off x="4038599" y="5462939"/>
            <a:ext cx="4114800" cy="365125"/>
          </a:xfrm>
        </p:spPr>
        <p:txBody>
          <a:bodyPr/>
          <a:lstStyle/>
          <a:p>
            <a:endParaRPr lang="en-US"/>
          </a:p>
        </p:txBody>
      </p:sp>
      <p:sp>
        <p:nvSpPr>
          <p:cNvPr id="17" name="Slide Number Placeholder 16">
            <a:extLst>
              <a:ext uri="{FF2B5EF4-FFF2-40B4-BE49-F238E27FC236}">
                <a16:creationId xmlns:a16="http://schemas.microsoft.com/office/drawing/2014/main" id="{7C5D7452-52C1-B242-B10C-3827C3C38980}"/>
              </a:ext>
            </a:extLst>
          </p:cNvPr>
          <p:cNvSpPr>
            <a:spLocks noGrp="1"/>
          </p:cNvSpPr>
          <p:nvPr>
            <p:ph type="sldNum" sz="quarter" idx="12"/>
          </p:nvPr>
        </p:nvSpPr>
        <p:spPr>
          <a:xfrm>
            <a:off x="9144000" y="5462938"/>
            <a:ext cx="2743200" cy="365125"/>
          </a:xfrm>
        </p:spPr>
        <p:txBody>
          <a:bodyPr/>
          <a:lstStyle/>
          <a:p>
            <a:fld id="{1851AFB5-B0DF-4396-8C4F-6F145584103D}" type="slidenum">
              <a:rPr lang="en-US" smtClean="0"/>
              <a:t>‹#›</a:t>
            </a:fld>
            <a:endParaRPr lang="en-US"/>
          </a:p>
        </p:txBody>
      </p:sp>
      <p:sp>
        <p:nvSpPr>
          <p:cNvPr id="10" name="Content Placeholder 2">
            <a:extLst>
              <a:ext uri="{FF2B5EF4-FFF2-40B4-BE49-F238E27FC236}">
                <a16:creationId xmlns:a16="http://schemas.microsoft.com/office/drawing/2014/main" id="{F1E07BB8-6FB3-6B49-B311-C35752AEEB07}"/>
              </a:ext>
            </a:extLst>
          </p:cNvPr>
          <p:cNvSpPr>
            <a:spLocks noGrp="1"/>
          </p:cNvSpPr>
          <p:nvPr>
            <p:ph sz="half" idx="13"/>
          </p:nvPr>
        </p:nvSpPr>
        <p:spPr>
          <a:xfrm>
            <a:off x="776176" y="1820853"/>
            <a:ext cx="5167424" cy="3474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E341D5FE-2AE3-E54A-98FE-FEBE932653B0}"/>
              </a:ext>
            </a:extLst>
          </p:cNvPr>
          <p:cNvSpPr>
            <a:spLocks noGrp="1"/>
          </p:cNvSpPr>
          <p:nvPr>
            <p:ph sz="half" idx="14"/>
          </p:nvPr>
        </p:nvSpPr>
        <p:spPr>
          <a:xfrm>
            <a:off x="6248398" y="1820852"/>
            <a:ext cx="5167424" cy="3474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21624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6_Title and Content">
    <p:spTree>
      <p:nvGrpSpPr>
        <p:cNvPr id="1" name=""/>
        <p:cNvGrpSpPr/>
        <p:nvPr/>
      </p:nvGrpSpPr>
      <p:grpSpPr>
        <a:xfrm>
          <a:off x="0" y="0"/>
          <a:ext cx="0" cy="0"/>
          <a:chOff x="0" y="0"/>
          <a:chExt cx="0" cy="0"/>
        </a:xfrm>
      </p:grpSpPr>
      <p:pic>
        <p:nvPicPr>
          <p:cNvPr id="4" name="Picture 3" descr="A flat screen television&#10;&#10;Description automatically generated">
            <a:extLst>
              <a:ext uri="{FF2B5EF4-FFF2-40B4-BE49-F238E27FC236}">
                <a16:creationId xmlns:a16="http://schemas.microsoft.com/office/drawing/2014/main" id="{68E27A7F-03B6-FE42-93AE-110B40A2EB91}"/>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29E4696-BA1E-8C4A-B286-B1FF16817286}"/>
              </a:ext>
            </a:extLst>
          </p:cNvPr>
          <p:cNvSpPr>
            <a:spLocks noGrp="1"/>
          </p:cNvSpPr>
          <p:nvPr>
            <p:ph type="title"/>
          </p:nvPr>
        </p:nvSpPr>
        <p:spPr>
          <a:xfrm>
            <a:off x="776176" y="681036"/>
            <a:ext cx="10639646" cy="1009651"/>
          </a:xfrm>
        </p:spPr>
        <p:txBody>
          <a:bodyPr/>
          <a:lstStyle/>
          <a:p>
            <a:r>
              <a:rPr lang="en-US"/>
              <a:t>Click to edit Master title style</a:t>
            </a:r>
            <a:endParaRPr lang="en-US" dirty="0"/>
          </a:p>
        </p:txBody>
      </p:sp>
      <p:sp>
        <p:nvSpPr>
          <p:cNvPr id="15" name="Date Placeholder 14">
            <a:extLst>
              <a:ext uri="{FF2B5EF4-FFF2-40B4-BE49-F238E27FC236}">
                <a16:creationId xmlns:a16="http://schemas.microsoft.com/office/drawing/2014/main" id="{FA832D60-F93C-254C-8490-AC31B75DF427}"/>
              </a:ext>
            </a:extLst>
          </p:cNvPr>
          <p:cNvSpPr>
            <a:spLocks noGrp="1"/>
          </p:cNvSpPr>
          <p:nvPr>
            <p:ph type="dt" sz="half" idx="10"/>
          </p:nvPr>
        </p:nvSpPr>
        <p:spPr>
          <a:xfrm>
            <a:off x="776176" y="5462940"/>
            <a:ext cx="1995056" cy="365125"/>
          </a:xfrm>
        </p:spPr>
        <p:txBody>
          <a:bodyPr/>
          <a:lstStyle/>
          <a:p>
            <a:fld id="{C66F587E-A996-47F5-B3A9-291D6CA07DB4}" type="datetimeFigureOut">
              <a:rPr lang="en-US" smtClean="0"/>
              <a:t>8/26/2024</a:t>
            </a:fld>
            <a:endParaRPr lang="en-US"/>
          </a:p>
        </p:txBody>
      </p:sp>
      <p:sp>
        <p:nvSpPr>
          <p:cNvPr id="16" name="Footer Placeholder 15">
            <a:extLst>
              <a:ext uri="{FF2B5EF4-FFF2-40B4-BE49-F238E27FC236}">
                <a16:creationId xmlns:a16="http://schemas.microsoft.com/office/drawing/2014/main" id="{ED401C78-F7BE-4248-BD96-72E3667A5BC7}"/>
              </a:ext>
            </a:extLst>
          </p:cNvPr>
          <p:cNvSpPr>
            <a:spLocks noGrp="1"/>
          </p:cNvSpPr>
          <p:nvPr>
            <p:ph type="ftr" sz="quarter" idx="11"/>
          </p:nvPr>
        </p:nvSpPr>
        <p:spPr>
          <a:xfrm>
            <a:off x="4038599" y="5462939"/>
            <a:ext cx="4114800" cy="365125"/>
          </a:xfrm>
        </p:spPr>
        <p:txBody>
          <a:bodyPr/>
          <a:lstStyle/>
          <a:p>
            <a:endParaRPr lang="en-US"/>
          </a:p>
        </p:txBody>
      </p:sp>
      <p:sp>
        <p:nvSpPr>
          <p:cNvPr id="17" name="Slide Number Placeholder 16">
            <a:extLst>
              <a:ext uri="{FF2B5EF4-FFF2-40B4-BE49-F238E27FC236}">
                <a16:creationId xmlns:a16="http://schemas.microsoft.com/office/drawing/2014/main" id="{7C5D7452-52C1-B242-B10C-3827C3C38980}"/>
              </a:ext>
            </a:extLst>
          </p:cNvPr>
          <p:cNvSpPr>
            <a:spLocks noGrp="1"/>
          </p:cNvSpPr>
          <p:nvPr>
            <p:ph type="sldNum" sz="quarter" idx="12"/>
          </p:nvPr>
        </p:nvSpPr>
        <p:spPr>
          <a:xfrm>
            <a:off x="9144000" y="5462938"/>
            <a:ext cx="2743200" cy="365125"/>
          </a:xfrm>
        </p:spPr>
        <p:txBody>
          <a:bodyPr/>
          <a:lstStyle/>
          <a:p>
            <a:fld id="{1851AFB5-B0DF-4396-8C4F-6F145584103D}" type="slidenum">
              <a:rPr lang="en-US" smtClean="0"/>
              <a:t>‹#›</a:t>
            </a:fld>
            <a:endParaRPr lang="en-US"/>
          </a:p>
        </p:txBody>
      </p:sp>
      <p:sp>
        <p:nvSpPr>
          <p:cNvPr id="10" name="Content Placeholder 2">
            <a:extLst>
              <a:ext uri="{FF2B5EF4-FFF2-40B4-BE49-F238E27FC236}">
                <a16:creationId xmlns:a16="http://schemas.microsoft.com/office/drawing/2014/main" id="{F1E07BB8-6FB3-6B49-B311-C35752AEEB07}"/>
              </a:ext>
            </a:extLst>
          </p:cNvPr>
          <p:cNvSpPr>
            <a:spLocks noGrp="1"/>
          </p:cNvSpPr>
          <p:nvPr>
            <p:ph sz="half" idx="13"/>
          </p:nvPr>
        </p:nvSpPr>
        <p:spPr>
          <a:xfrm>
            <a:off x="776176" y="2509339"/>
            <a:ext cx="5167424" cy="2785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4">
            <a:extLst>
              <a:ext uri="{FF2B5EF4-FFF2-40B4-BE49-F238E27FC236}">
                <a16:creationId xmlns:a16="http://schemas.microsoft.com/office/drawing/2014/main" id="{6AD6586F-30C2-E74C-B316-A00C3A440CEC}"/>
              </a:ext>
            </a:extLst>
          </p:cNvPr>
          <p:cNvSpPr>
            <a:spLocks noGrp="1"/>
          </p:cNvSpPr>
          <p:nvPr>
            <p:ph type="body" sz="quarter" idx="15"/>
          </p:nvPr>
        </p:nvSpPr>
        <p:spPr>
          <a:xfrm>
            <a:off x="776176" y="1820852"/>
            <a:ext cx="5167423" cy="52056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2">
            <a:extLst>
              <a:ext uri="{FF2B5EF4-FFF2-40B4-BE49-F238E27FC236}">
                <a16:creationId xmlns:a16="http://schemas.microsoft.com/office/drawing/2014/main" id="{B3994630-1A7C-0E48-9EB9-646689FAE4A8}"/>
              </a:ext>
            </a:extLst>
          </p:cNvPr>
          <p:cNvSpPr>
            <a:spLocks noGrp="1"/>
          </p:cNvSpPr>
          <p:nvPr>
            <p:ph sz="half" idx="16"/>
          </p:nvPr>
        </p:nvSpPr>
        <p:spPr>
          <a:xfrm>
            <a:off x="6248402" y="2509339"/>
            <a:ext cx="5167424" cy="2785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a:extLst>
              <a:ext uri="{FF2B5EF4-FFF2-40B4-BE49-F238E27FC236}">
                <a16:creationId xmlns:a16="http://schemas.microsoft.com/office/drawing/2014/main" id="{18CDBBEF-A227-1349-8830-67A6FDDCB029}"/>
              </a:ext>
            </a:extLst>
          </p:cNvPr>
          <p:cNvSpPr>
            <a:spLocks noGrp="1"/>
          </p:cNvSpPr>
          <p:nvPr>
            <p:ph type="body" sz="quarter" idx="17"/>
          </p:nvPr>
        </p:nvSpPr>
        <p:spPr>
          <a:xfrm>
            <a:off x="6248402" y="1820852"/>
            <a:ext cx="5167423" cy="52056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6179165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Title and Content">
    <p:spTree>
      <p:nvGrpSpPr>
        <p:cNvPr id="1" name=""/>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7C5D7452-52C1-B242-B10C-3827C3C38980}"/>
              </a:ext>
            </a:extLst>
          </p:cNvPr>
          <p:cNvSpPr>
            <a:spLocks noGrp="1"/>
          </p:cNvSpPr>
          <p:nvPr>
            <p:ph type="sldNum" sz="quarter" idx="12"/>
          </p:nvPr>
        </p:nvSpPr>
        <p:spPr>
          <a:xfrm>
            <a:off x="9144000" y="5462938"/>
            <a:ext cx="2743200" cy="365125"/>
          </a:xfrm>
        </p:spPr>
        <p:txBody>
          <a:bodyPr/>
          <a:lstStyle/>
          <a:p>
            <a:fld id="{1851AFB5-B0DF-4396-8C4F-6F145584103D}" type="slidenum">
              <a:rPr lang="en-US" smtClean="0"/>
              <a:t>‹#›</a:t>
            </a:fld>
            <a:endParaRPr lang="en-US"/>
          </a:p>
        </p:txBody>
      </p:sp>
      <p:pic>
        <p:nvPicPr>
          <p:cNvPr id="5" name="Picture 4" descr="A picture containing monitor, indoor, television, sitting&#10;&#10;Description automatically generated">
            <a:extLst>
              <a:ext uri="{FF2B5EF4-FFF2-40B4-BE49-F238E27FC236}">
                <a16:creationId xmlns:a16="http://schemas.microsoft.com/office/drawing/2014/main" id="{167C3926-7944-C34E-AC8E-400C26FF9D1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52728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8F97F932-D99A-4087-BFB1-EA42FAFC8D2C}" type="datetime1">
              <a:rPr lang="en-US" smtClean="0"/>
              <a:pPr/>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7115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A picture containing sitting, refrigerator, monitor, black&#10;&#10;Description automatically generated">
            <a:extLst>
              <a:ext uri="{FF2B5EF4-FFF2-40B4-BE49-F238E27FC236}">
                <a16:creationId xmlns:a16="http://schemas.microsoft.com/office/drawing/2014/main" id="{2C10BC62-8949-CD4E-AF05-641F1C068AEF}"/>
              </a:ext>
            </a:extLst>
          </p:cNvPr>
          <p:cNvPicPr>
            <a:picLocks noChangeAspect="1"/>
          </p:cNvPicPr>
          <p:nvPr/>
        </p:nvPicPr>
        <p:blipFill>
          <a:blip r:embed="rId22"/>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96385857-43F8-AB45-9518-DB53B5829DB1}"/>
              </a:ext>
            </a:extLst>
          </p:cNvPr>
          <p:cNvSpPr>
            <a:spLocks noGrp="1"/>
          </p:cNvSpPr>
          <p:nvPr>
            <p:ph type="title"/>
          </p:nvPr>
        </p:nvSpPr>
        <p:spPr>
          <a:xfrm>
            <a:off x="2527299" y="681036"/>
            <a:ext cx="8826500" cy="1009651"/>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22C85A61-6D11-864F-875B-FB7C6EE91F04}"/>
              </a:ext>
            </a:extLst>
          </p:cNvPr>
          <p:cNvSpPr>
            <a:spLocks noGrp="1"/>
          </p:cNvSpPr>
          <p:nvPr>
            <p:ph type="body" idx="1"/>
          </p:nvPr>
        </p:nvSpPr>
        <p:spPr>
          <a:xfrm>
            <a:off x="2527300" y="1825625"/>
            <a:ext cx="88265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B3268AF-4E6E-9345-B419-18CCA427CA9C}"/>
              </a:ext>
            </a:extLst>
          </p:cNvPr>
          <p:cNvSpPr>
            <a:spLocks noGrp="1"/>
          </p:cNvSpPr>
          <p:nvPr>
            <p:ph type="dt" sz="half" idx="2"/>
          </p:nvPr>
        </p:nvSpPr>
        <p:spPr>
          <a:xfrm>
            <a:off x="2369126" y="6383256"/>
            <a:ext cx="199505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6F587E-A996-47F5-B3A9-291D6CA07DB4}" type="datetimeFigureOut">
              <a:rPr lang="en-US" smtClean="0"/>
              <a:t>8/26/2024</a:t>
            </a:fld>
            <a:endParaRPr lang="en-US"/>
          </a:p>
        </p:txBody>
      </p:sp>
      <p:sp>
        <p:nvSpPr>
          <p:cNvPr id="5" name="Footer Placeholder 4">
            <a:extLst>
              <a:ext uri="{FF2B5EF4-FFF2-40B4-BE49-F238E27FC236}">
                <a16:creationId xmlns:a16="http://schemas.microsoft.com/office/drawing/2014/main" id="{1E8881BB-D0C5-A04C-A7C1-B0430CCEB889}"/>
              </a:ext>
            </a:extLst>
          </p:cNvPr>
          <p:cNvSpPr>
            <a:spLocks noGrp="1"/>
          </p:cNvSpPr>
          <p:nvPr>
            <p:ph type="ftr" sz="quarter" idx="3"/>
          </p:nvPr>
        </p:nvSpPr>
        <p:spPr>
          <a:xfrm>
            <a:off x="4675908" y="6383256"/>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2F1F17D-8E1D-A444-9A1D-4324ABF44B6D}"/>
              </a:ext>
            </a:extLst>
          </p:cNvPr>
          <p:cNvSpPr>
            <a:spLocks noGrp="1"/>
          </p:cNvSpPr>
          <p:nvPr>
            <p:ph type="sldNum" sz="quarter" idx="4"/>
          </p:nvPr>
        </p:nvSpPr>
        <p:spPr>
          <a:xfrm>
            <a:off x="9119754" y="6383256"/>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51AFB5-B0DF-4396-8C4F-6F145584103D}" type="slidenum">
              <a:rPr lang="en-US" smtClean="0"/>
              <a:t>‹#›</a:t>
            </a:fld>
            <a:endParaRPr lang="en-US"/>
          </a:p>
        </p:txBody>
      </p:sp>
    </p:spTree>
    <p:extLst>
      <p:ext uri="{BB962C8B-B14F-4D97-AF65-F5344CB8AC3E}">
        <p14:creationId xmlns:p14="http://schemas.microsoft.com/office/powerpoint/2010/main" val="27429346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48">
          <p15:clr>
            <a:srgbClr val="F26B43"/>
          </p15:clr>
        </p15:guide>
        <p15:guide id="2" pos="74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7C78D-B71E-6150-4D2E-1A6E505F2858}"/>
              </a:ext>
            </a:extLst>
          </p:cNvPr>
          <p:cNvSpPr>
            <a:spLocks noGrp="1"/>
          </p:cNvSpPr>
          <p:nvPr>
            <p:ph type="ctrTitle"/>
          </p:nvPr>
        </p:nvSpPr>
        <p:spPr/>
        <p:txBody>
          <a:bodyPr>
            <a:normAutofit fontScale="90000"/>
          </a:bodyPr>
          <a:lstStyle/>
          <a:p>
            <a:r>
              <a:rPr lang="en-US" dirty="0"/>
              <a:t>Module 2 </a:t>
            </a:r>
            <a:br>
              <a:rPr lang="en-US" dirty="0"/>
            </a:br>
            <a:r>
              <a:rPr lang="en-US" dirty="0"/>
              <a:t>Data Manipulation with Python</a:t>
            </a:r>
          </a:p>
        </p:txBody>
      </p:sp>
      <p:sp>
        <p:nvSpPr>
          <p:cNvPr id="4" name="Subtitle 1">
            <a:extLst>
              <a:ext uri="{FF2B5EF4-FFF2-40B4-BE49-F238E27FC236}">
                <a16:creationId xmlns:a16="http://schemas.microsoft.com/office/drawing/2014/main" id="{C15230DC-8BA2-1D9B-00FA-9A79ADD199D6}"/>
              </a:ext>
            </a:extLst>
          </p:cNvPr>
          <p:cNvSpPr>
            <a:spLocks noGrp="1"/>
          </p:cNvSpPr>
          <p:nvPr>
            <p:ph type="subTitle" idx="1"/>
          </p:nvPr>
        </p:nvSpPr>
        <p:spPr>
          <a:xfrm>
            <a:off x="2667000" y="4419325"/>
            <a:ext cx="6858000" cy="1655762"/>
          </a:xfrm>
        </p:spPr>
        <p:txBody>
          <a:bodyPr/>
          <a:lstStyle/>
          <a:p>
            <a:r>
              <a:rPr lang="en-US" dirty="0"/>
              <a:t>Tala Mirzaei, Ph.D.</a:t>
            </a:r>
          </a:p>
          <a:p>
            <a:r>
              <a:rPr lang="en-US" dirty="0"/>
              <a:t>Department of Information System and Business Analytics</a:t>
            </a:r>
          </a:p>
          <a:p>
            <a:endParaRPr lang="en-US" dirty="0"/>
          </a:p>
        </p:txBody>
      </p:sp>
    </p:spTree>
    <p:extLst>
      <p:ext uri="{BB962C8B-B14F-4D97-AF65-F5344CB8AC3E}">
        <p14:creationId xmlns:p14="http://schemas.microsoft.com/office/powerpoint/2010/main" val="1025071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AC9BDDF-B237-ED91-5938-F9BE9C7B94F0}"/>
              </a:ext>
            </a:extLst>
          </p:cNvPr>
          <p:cNvSpPr>
            <a:spLocks noGrp="1"/>
          </p:cNvSpPr>
          <p:nvPr>
            <p:ph type="title"/>
          </p:nvPr>
        </p:nvSpPr>
        <p:spPr>
          <a:xfrm>
            <a:off x="2527299" y="681036"/>
            <a:ext cx="8826500" cy="1009651"/>
          </a:xfrm>
        </p:spPr>
        <p:txBody>
          <a:bodyPr anchor="ctr">
            <a:normAutofit/>
          </a:bodyPr>
          <a:lstStyle/>
          <a:p>
            <a:r>
              <a:rPr lang="en-US" b="1" dirty="0"/>
              <a:t>What is pandas?</a:t>
            </a:r>
            <a:endParaRPr lang="en-US" dirty="0"/>
          </a:p>
        </p:txBody>
      </p:sp>
      <p:sp>
        <p:nvSpPr>
          <p:cNvPr id="9" name="Content Placeholder 2">
            <a:extLst>
              <a:ext uri="{FF2B5EF4-FFF2-40B4-BE49-F238E27FC236}">
                <a16:creationId xmlns:a16="http://schemas.microsoft.com/office/drawing/2014/main" id="{ED0ADD23-5BFD-6FDC-01A0-2ED267DF7C76}"/>
              </a:ext>
            </a:extLst>
          </p:cNvPr>
          <p:cNvSpPr>
            <a:spLocks/>
          </p:cNvSpPr>
          <p:nvPr/>
        </p:nvSpPr>
        <p:spPr>
          <a:xfrm>
            <a:off x="2527299" y="1952700"/>
            <a:ext cx="8060996" cy="3973954"/>
          </a:xfrm>
          <a:prstGeom prst="rect">
            <a:avLst/>
          </a:prstGeom>
        </p:spPr>
        <p:txBody>
          <a:bodyPr/>
          <a:lstStyle/>
          <a:p>
            <a:pPr defTabSz="832104">
              <a:spcAft>
                <a:spcPts val="600"/>
              </a:spcAft>
              <a:buFont typeface="Arial" panose="020B0604020202020204" pitchFamily="34" charset="0"/>
              <a:buChar char="•"/>
            </a:pPr>
            <a:r>
              <a:rPr lang="en-US" sz="2000" b="1" kern="1200" dirty="0">
                <a:solidFill>
                  <a:schemeClr val="tx1"/>
                </a:solidFill>
                <a:latin typeface="+mn-lt"/>
                <a:ea typeface="+mn-ea"/>
                <a:cs typeface="+mn-cs"/>
              </a:rPr>
              <a:t>Definition:</a:t>
            </a:r>
            <a:r>
              <a:rPr lang="en-US" sz="2000" kern="1200" dirty="0">
                <a:solidFill>
                  <a:schemeClr val="tx1"/>
                </a:solidFill>
                <a:latin typeface="+mn-lt"/>
                <a:ea typeface="+mn-ea"/>
                <a:cs typeface="+mn-cs"/>
              </a:rPr>
              <a:t> pandas is a powerful Python library for data manipulation and analysis.</a:t>
            </a:r>
          </a:p>
          <a:p>
            <a:pPr defTabSz="832104">
              <a:spcAft>
                <a:spcPts val="600"/>
              </a:spcAft>
              <a:buFont typeface="Arial" panose="020B0604020202020204" pitchFamily="34" charset="0"/>
              <a:buChar char="•"/>
            </a:pPr>
            <a:endParaRPr lang="en-US" sz="2000" b="1" kern="1200" dirty="0">
              <a:solidFill>
                <a:schemeClr val="tx1"/>
              </a:solidFill>
              <a:latin typeface="+mn-lt"/>
              <a:ea typeface="+mn-ea"/>
              <a:cs typeface="+mn-cs"/>
            </a:endParaRPr>
          </a:p>
          <a:p>
            <a:pPr defTabSz="832104">
              <a:spcAft>
                <a:spcPts val="600"/>
              </a:spcAft>
              <a:buFont typeface="Arial" panose="020B0604020202020204" pitchFamily="34" charset="0"/>
              <a:buChar char="•"/>
            </a:pPr>
            <a:r>
              <a:rPr lang="en-US" sz="2000" b="1" kern="1200" dirty="0">
                <a:solidFill>
                  <a:schemeClr val="tx1"/>
                </a:solidFill>
                <a:latin typeface="+mn-lt"/>
                <a:ea typeface="+mn-ea"/>
                <a:cs typeface="+mn-cs"/>
              </a:rPr>
              <a:t>Key Features:</a:t>
            </a:r>
            <a:endParaRPr lang="en-US" sz="2000" kern="1200" dirty="0">
              <a:solidFill>
                <a:schemeClr val="tx1"/>
              </a:solidFill>
              <a:latin typeface="+mn-lt"/>
              <a:ea typeface="+mn-ea"/>
              <a:cs typeface="+mn-cs"/>
            </a:endParaRPr>
          </a:p>
          <a:p>
            <a:pPr marL="676085" lvl="1" indent="-260033" defTabSz="832104">
              <a:spcAft>
                <a:spcPts val="600"/>
              </a:spcAft>
              <a:buFont typeface="Arial" panose="020B0604020202020204" pitchFamily="34" charset="0"/>
              <a:buChar char="•"/>
            </a:pPr>
            <a:r>
              <a:rPr lang="en-US" sz="2000" kern="1200" dirty="0">
                <a:solidFill>
                  <a:schemeClr val="tx1"/>
                </a:solidFill>
                <a:latin typeface="+mn-lt"/>
                <a:ea typeface="+mn-ea"/>
                <a:cs typeface="+mn-cs"/>
              </a:rPr>
              <a:t>Data structures: Series and </a:t>
            </a:r>
            <a:r>
              <a:rPr lang="en-US" sz="2000" kern="1200" dirty="0" err="1">
                <a:solidFill>
                  <a:schemeClr val="tx1"/>
                </a:solidFill>
                <a:latin typeface="+mn-lt"/>
                <a:ea typeface="+mn-ea"/>
                <a:cs typeface="+mn-cs"/>
              </a:rPr>
              <a:t>DataFrame</a:t>
            </a:r>
            <a:endParaRPr lang="en-US" sz="2000" kern="1200" dirty="0">
              <a:solidFill>
                <a:schemeClr val="tx1"/>
              </a:solidFill>
              <a:latin typeface="+mn-lt"/>
              <a:ea typeface="+mn-ea"/>
              <a:cs typeface="+mn-cs"/>
            </a:endParaRPr>
          </a:p>
          <a:p>
            <a:pPr marL="676085" lvl="1" indent="-260033" defTabSz="832104">
              <a:spcAft>
                <a:spcPts val="600"/>
              </a:spcAft>
              <a:buFont typeface="Arial" panose="020B0604020202020204" pitchFamily="34" charset="0"/>
              <a:buChar char="•"/>
            </a:pPr>
            <a:r>
              <a:rPr lang="en-US" sz="2000" kern="1200" dirty="0">
                <a:solidFill>
                  <a:schemeClr val="tx1"/>
                </a:solidFill>
                <a:latin typeface="+mn-lt"/>
                <a:ea typeface="+mn-ea"/>
                <a:cs typeface="+mn-cs"/>
              </a:rPr>
              <a:t>Handling missing data</a:t>
            </a:r>
          </a:p>
          <a:p>
            <a:pPr marL="676085" lvl="1" indent="-260033" defTabSz="832104">
              <a:spcAft>
                <a:spcPts val="600"/>
              </a:spcAft>
              <a:buFont typeface="Arial" panose="020B0604020202020204" pitchFamily="34" charset="0"/>
              <a:buChar char="•"/>
            </a:pPr>
            <a:r>
              <a:rPr lang="en-US" sz="2000" kern="1200" dirty="0">
                <a:solidFill>
                  <a:schemeClr val="tx1"/>
                </a:solidFill>
                <a:latin typeface="+mn-lt"/>
                <a:ea typeface="+mn-ea"/>
                <a:cs typeface="+mn-cs"/>
              </a:rPr>
              <a:t>Powerful data alignment</a:t>
            </a:r>
          </a:p>
          <a:p>
            <a:pPr marL="676085" lvl="1" indent="-260033" defTabSz="832104">
              <a:spcAft>
                <a:spcPts val="600"/>
              </a:spcAft>
              <a:buFont typeface="Arial" panose="020B0604020202020204" pitchFamily="34" charset="0"/>
              <a:buChar char="•"/>
            </a:pPr>
            <a:r>
              <a:rPr lang="en-US" sz="2000" kern="1200" dirty="0">
                <a:solidFill>
                  <a:schemeClr val="tx1"/>
                </a:solidFill>
                <a:latin typeface="+mn-lt"/>
                <a:ea typeface="+mn-ea"/>
                <a:cs typeface="+mn-cs"/>
              </a:rPr>
              <a:t>Grouping and aggregation</a:t>
            </a:r>
          </a:p>
          <a:p>
            <a:pPr defTabSz="832104">
              <a:spcAft>
                <a:spcPts val="600"/>
              </a:spcAft>
              <a:buFont typeface="Arial" panose="020B0604020202020204" pitchFamily="34" charset="0"/>
              <a:buChar char="•"/>
            </a:pPr>
            <a:endParaRPr lang="en-US" sz="2000" b="1" kern="1200" dirty="0">
              <a:solidFill>
                <a:schemeClr val="tx1"/>
              </a:solidFill>
              <a:latin typeface="+mn-lt"/>
              <a:ea typeface="+mn-ea"/>
              <a:cs typeface="+mn-cs"/>
            </a:endParaRPr>
          </a:p>
          <a:p>
            <a:pPr defTabSz="832104">
              <a:spcAft>
                <a:spcPts val="600"/>
              </a:spcAft>
              <a:buFont typeface="Arial" panose="020B0604020202020204" pitchFamily="34" charset="0"/>
              <a:buChar char="•"/>
            </a:pPr>
            <a:r>
              <a:rPr lang="en-US" sz="2000" b="1" kern="1200" dirty="0">
                <a:solidFill>
                  <a:schemeClr val="tx1"/>
                </a:solidFill>
                <a:latin typeface="+mn-lt"/>
                <a:ea typeface="+mn-ea"/>
                <a:cs typeface="+mn-cs"/>
              </a:rPr>
              <a:t>Applications:</a:t>
            </a:r>
            <a:r>
              <a:rPr lang="en-US" sz="2000" kern="1200" dirty="0">
                <a:solidFill>
                  <a:schemeClr val="tx1"/>
                </a:solidFill>
                <a:latin typeface="+mn-lt"/>
                <a:ea typeface="+mn-ea"/>
                <a:cs typeface="+mn-cs"/>
              </a:rPr>
              <a:t> Data cleaning, analysis, transformation.</a:t>
            </a:r>
          </a:p>
          <a:p>
            <a:pPr>
              <a:spcAft>
                <a:spcPts val="600"/>
              </a:spcAft>
            </a:pPr>
            <a:endParaRPr lang="en-US" sz="2000" dirty="0"/>
          </a:p>
        </p:txBody>
      </p:sp>
      <p:pic>
        <p:nvPicPr>
          <p:cNvPr id="1028" name="Picture 4" descr="upload.wikimedia.org/wikipedia/commons/thumb/e/ed/...">
            <a:extLst>
              <a:ext uri="{FF2B5EF4-FFF2-40B4-BE49-F238E27FC236}">
                <a16:creationId xmlns:a16="http://schemas.microsoft.com/office/drawing/2014/main" id="{DA9A3D2F-F329-D3C3-82A0-B7707A37B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4017" y="5353978"/>
            <a:ext cx="1739783" cy="695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67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Metadata</a:t>
            </a:r>
          </a:p>
        </p:txBody>
      </p:sp>
      <p:sp>
        <p:nvSpPr>
          <p:cNvPr id="3" name="Rectangle 2">
            <a:extLst>
              <a:ext uri="{FF2B5EF4-FFF2-40B4-BE49-F238E27FC236}">
                <a16:creationId xmlns:a16="http://schemas.microsoft.com/office/drawing/2014/main" id="{BDB96A5D-7FBA-4454-95E5-71905898521A}"/>
              </a:ext>
            </a:extLst>
          </p:cNvPr>
          <p:cNvSpPr/>
          <p:nvPr/>
        </p:nvSpPr>
        <p:spPr>
          <a:xfrm>
            <a:off x="2362200" y="1417639"/>
            <a:ext cx="7620000" cy="2893100"/>
          </a:xfrm>
          <a:prstGeom prst="rect">
            <a:avLst/>
          </a:prstGeom>
        </p:spPr>
        <p:txBody>
          <a:bodyPr wrap="square">
            <a:spAutoFit/>
          </a:bodyPr>
          <a:lstStyle/>
          <a:p>
            <a:r>
              <a:rPr lang="en-US" sz="2400" dirty="0"/>
              <a:t>Metadata includes information about the data such as:</a:t>
            </a:r>
          </a:p>
          <a:p>
            <a:pPr marL="342900" indent="-342900">
              <a:buFont typeface="Arial" panose="020B0604020202020204" pitchFamily="34" charset="0"/>
              <a:buChar char="•"/>
            </a:pPr>
            <a:r>
              <a:rPr lang="en-US" sz="2000" dirty="0"/>
              <a:t>Source</a:t>
            </a:r>
          </a:p>
          <a:p>
            <a:pPr marL="342900" indent="-342900">
              <a:buFont typeface="Arial" panose="020B0604020202020204" pitchFamily="34" charset="0"/>
              <a:buChar char="•"/>
            </a:pPr>
            <a:r>
              <a:rPr lang="en-US" sz="2000" dirty="0"/>
              <a:t>Licenses</a:t>
            </a:r>
          </a:p>
          <a:p>
            <a:pPr marL="342900" indent="-342900">
              <a:buFont typeface="Arial" panose="020B0604020202020204" pitchFamily="34" charset="0"/>
              <a:buChar char="•"/>
            </a:pPr>
            <a:r>
              <a:rPr lang="en-US" sz="2000" dirty="0"/>
              <a:t>Ownership</a:t>
            </a:r>
          </a:p>
          <a:p>
            <a:pPr marL="342900" indent="-342900">
              <a:buFont typeface="Arial" panose="020B0604020202020204" pitchFamily="34" charset="0"/>
              <a:buChar char="•"/>
            </a:pPr>
            <a:r>
              <a:rPr lang="en-US" sz="2000" dirty="0"/>
              <a:t>Updates</a:t>
            </a:r>
          </a:p>
          <a:p>
            <a:pPr marL="342900" indent="-342900">
              <a:buFont typeface="Arial" panose="020B0604020202020204" pitchFamily="34" charset="0"/>
              <a:buChar char="•"/>
            </a:pPr>
            <a:r>
              <a:rPr lang="en-US" sz="2000" dirty="0"/>
              <a:t>Data types</a:t>
            </a:r>
          </a:p>
          <a:p>
            <a:pPr marL="342900" indent="-342900">
              <a:buFont typeface="Arial" panose="020B0604020202020204" pitchFamily="34" charset="0"/>
              <a:buChar char="•"/>
            </a:pPr>
            <a:r>
              <a:rPr lang="en-US" sz="2000" dirty="0"/>
              <a:t>Data formats</a:t>
            </a:r>
          </a:p>
          <a:p>
            <a:pPr marL="342900" indent="-342900">
              <a:buFont typeface="Arial" panose="020B0604020202020204" pitchFamily="34" charset="0"/>
              <a:buChar char="•"/>
            </a:pPr>
            <a:r>
              <a:rPr lang="en-US" sz="2000" dirty="0"/>
              <a:t>Variable Descriptions</a:t>
            </a:r>
            <a:endParaRPr lang="en-US" dirty="0"/>
          </a:p>
          <a:p>
            <a:pPr lvl="1"/>
            <a:endParaRPr lang="en-US" dirty="0"/>
          </a:p>
        </p:txBody>
      </p:sp>
      <p:graphicFrame>
        <p:nvGraphicFramePr>
          <p:cNvPr id="7" name="Table 6">
            <a:extLst>
              <a:ext uri="{FF2B5EF4-FFF2-40B4-BE49-F238E27FC236}">
                <a16:creationId xmlns:a16="http://schemas.microsoft.com/office/drawing/2014/main" id="{9CED7182-B423-4D2D-89C6-2C3D0AE6C081}"/>
              </a:ext>
            </a:extLst>
          </p:cNvPr>
          <p:cNvGraphicFramePr>
            <a:graphicFrameLocks noGrp="1"/>
          </p:cNvGraphicFramePr>
          <p:nvPr/>
        </p:nvGraphicFramePr>
        <p:xfrm>
          <a:off x="5334002" y="2286000"/>
          <a:ext cx="4876799" cy="3306400"/>
        </p:xfrm>
        <a:graphic>
          <a:graphicData uri="http://schemas.openxmlformats.org/drawingml/2006/table">
            <a:tbl>
              <a:tblPr/>
              <a:tblGrid>
                <a:gridCol w="1228099">
                  <a:extLst>
                    <a:ext uri="{9D8B030D-6E8A-4147-A177-3AD203B41FA5}">
                      <a16:colId xmlns:a16="http://schemas.microsoft.com/office/drawing/2014/main" val="774904437"/>
                    </a:ext>
                  </a:extLst>
                </a:gridCol>
                <a:gridCol w="2762333">
                  <a:extLst>
                    <a:ext uri="{9D8B030D-6E8A-4147-A177-3AD203B41FA5}">
                      <a16:colId xmlns:a16="http://schemas.microsoft.com/office/drawing/2014/main" val="4189645049"/>
                    </a:ext>
                  </a:extLst>
                </a:gridCol>
                <a:gridCol w="886367">
                  <a:extLst>
                    <a:ext uri="{9D8B030D-6E8A-4147-A177-3AD203B41FA5}">
                      <a16:colId xmlns:a16="http://schemas.microsoft.com/office/drawing/2014/main" val="1463923468"/>
                    </a:ext>
                  </a:extLst>
                </a:gridCol>
              </a:tblGrid>
              <a:tr h="206650">
                <a:tc>
                  <a:txBody>
                    <a:bodyPr/>
                    <a:lstStyle/>
                    <a:p>
                      <a:pPr algn="l" fontAlgn="ctr"/>
                      <a:r>
                        <a:rPr lang="en-US" sz="1200" b="1" i="0" u="none" strike="noStrike" dirty="0">
                          <a:solidFill>
                            <a:srgbClr val="FFFFFF"/>
                          </a:solidFill>
                          <a:effectLst/>
                          <a:latin typeface="Calibri" panose="020F0502020204030204" pitchFamily="34" charset="0"/>
                        </a:rPr>
                        <a:t>Variable 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200" b="1" i="0" u="none" strike="noStrike">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200" b="1" i="0" u="none" strike="noStrike">
                          <a:solidFill>
                            <a:srgbClr val="FFFFFF"/>
                          </a:solidFill>
                          <a:effectLst/>
                          <a:latin typeface="Calibri" panose="020F0502020204030204" pitchFamily="34" charset="0"/>
                        </a:rPr>
                        <a:t>Data Type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579536378"/>
                  </a:ext>
                </a:extLst>
              </a:tr>
              <a:tr h="206650">
                <a:tc>
                  <a:txBody>
                    <a:bodyPr/>
                    <a:lstStyle/>
                    <a:p>
                      <a:pPr algn="l" fontAlgn="ctr"/>
                      <a:r>
                        <a:rPr lang="en-US" sz="1200" b="0" i="0" u="none" strike="noStrike" dirty="0">
                          <a:solidFill>
                            <a:srgbClr val="000000"/>
                          </a:solidFill>
                          <a:effectLst/>
                          <a:latin typeface="Calibri" panose="020F0502020204030204" pitchFamily="34" charset="0"/>
                        </a:rPr>
                        <a:t>ID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a:solidFill>
                            <a:srgbClr val="000000"/>
                          </a:solidFill>
                          <a:effectLst/>
                          <a:latin typeface="Calibri" panose="020F0502020204030204" pitchFamily="34" charset="0"/>
                        </a:rPr>
                        <a:t>Unique customer identification number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a:solidFill>
                            <a:srgbClr val="000000"/>
                          </a:solidFill>
                          <a:effectLst/>
                          <a:latin typeface="Calibri" panose="020F0502020204030204" pitchFamily="34" charset="0"/>
                        </a:rPr>
                        <a:t>Nominal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82396641"/>
                  </a:ext>
                </a:extLst>
              </a:tr>
              <a:tr h="206650">
                <a:tc>
                  <a:txBody>
                    <a:bodyPr/>
                    <a:lstStyle/>
                    <a:p>
                      <a:pPr algn="l" fontAlgn="ctr"/>
                      <a:r>
                        <a:rPr lang="en-US" sz="1200" b="0" i="0" u="none" strike="noStrike">
                          <a:solidFill>
                            <a:srgbClr val="000000"/>
                          </a:solidFill>
                          <a:effectLst/>
                          <a:latin typeface="Calibri" panose="020F0502020204030204" pitchFamily="34" charset="0"/>
                        </a:rPr>
                        <a:t>Age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Calibri" panose="020F0502020204030204" pitchFamily="34" charset="0"/>
                        </a:rPr>
                        <a:t>Customer's age in years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Interval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5557623"/>
                  </a:ext>
                </a:extLst>
              </a:tr>
              <a:tr h="619950">
                <a:tc>
                  <a:txBody>
                    <a:bodyPr/>
                    <a:lstStyle/>
                    <a:p>
                      <a:pPr algn="l" fontAlgn="ctr"/>
                      <a:r>
                        <a:rPr lang="en-US" sz="1200" b="0" i="0" u="none" strike="noStrike">
                          <a:solidFill>
                            <a:srgbClr val="000000"/>
                          </a:solidFill>
                          <a:effectLst/>
                          <a:latin typeface="Calibri" panose="020F0502020204030204" pitchFamily="34" charset="0"/>
                        </a:rPr>
                        <a:t>Payment Method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dirty="0">
                          <a:solidFill>
                            <a:srgbClr val="000000"/>
                          </a:solidFill>
                          <a:effectLst/>
                          <a:latin typeface="Calibri" panose="020F0502020204030204" pitchFamily="34" charset="0"/>
                        </a:rPr>
                        <a:t>Method of payment for an order:</a:t>
                      </a:r>
                      <a:br>
                        <a:rPr lang="en-US" sz="1200" b="0" i="0" u="none" strike="noStrike" dirty="0">
                          <a:solidFill>
                            <a:srgbClr val="000000"/>
                          </a:solidFill>
                          <a:effectLst/>
                          <a:latin typeface="Calibri" panose="020F0502020204030204" pitchFamily="34" charset="0"/>
                        </a:rPr>
                      </a:br>
                      <a:r>
                        <a:rPr lang="en-US" sz="1200" b="0" i="0" u="none" strike="noStrike" dirty="0">
                          <a:solidFill>
                            <a:srgbClr val="000000"/>
                          </a:solidFill>
                          <a:effectLst/>
                          <a:latin typeface="Calibri" panose="020F0502020204030204" pitchFamily="34" charset="0"/>
                        </a:rPr>
                        <a:t>includes 3 categories: Credit card, Cash or Cheque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a:solidFill>
                            <a:srgbClr val="000000"/>
                          </a:solidFill>
                          <a:effectLst/>
                          <a:latin typeface="Calibri" panose="020F0502020204030204" pitchFamily="34" charset="0"/>
                        </a:rPr>
                        <a:t>Nominal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268761760"/>
                  </a:ext>
                </a:extLst>
              </a:tr>
              <a:tr h="413300">
                <a:tc>
                  <a:txBody>
                    <a:bodyPr/>
                    <a:lstStyle/>
                    <a:p>
                      <a:pPr algn="l" fontAlgn="ctr"/>
                      <a:r>
                        <a:rPr lang="en-US" sz="1200" b="0" i="0" u="none" strike="noStrike">
                          <a:solidFill>
                            <a:srgbClr val="000000"/>
                          </a:solidFill>
                          <a:effectLst/>
                          <a:latin typeface="Calibri" panose="020F0502020204030204" pitchFamily="34" charset="0"/>
                        </a:rPr>
                        <a:t>Future Customer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Calibri" panose="020F0502020204030204" pitchFamily="34" charset="0"/>
                        </a:rPr>
                        <a:t>Loyalty status of the customer:</a:t>
                      </a:r>
                      <a:br>
                        <a:rPr lang="en-US" sz="1200" b="0" i="0" u="none" strike="noStrike" dirty="0">
                          <a:solidFill>
                            <a:srgbClr val="000000"/>
                          </a:solidFill>
                          <a:effectLst/>
                          <a:latin typeface="Calibri" panose="020F0502020204030204" pitchFamily="34" charset="0"/>
                        </a:rPr>
                      </a:br>
                      <a:r>
                        <a:rPr lang="en-US" sz="1200" b="0" i="0" u="none" strike="noStrike" dirty="0">
                          <a:solidFill>
                            <a:srgbClr val="000000"/>
                          </a:solidFill>
                          <a:effectLst/>
                          <a:latin typeface="Calibri" panose="020F0502020204030204" pitchFamily="34" charset="0"/>
                        </a:rPr>
                        <a:t>includes 2 categories: yes or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Binary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9822546"/>
                  </a:ext>
                </a:extLst>
              </a:tr>
              <a:tr h="413300">
                <a:tc>
                  <a:txBody>
                    <a:bodyPr/>
                    <a:lstStyle/>
                    <a:p>
                      <a:pPr algn="l" fontAlgn="ctr"/>
                      <a:r>
                        <a:rPr lang="en-US" sz="1200" b="0" i="0" u="none" strike="noStrike">
                          <a:solidFill>
                            <a:srgbClr val="000000"/>
                          </a:solidFill>
                          <a:effectLst/>
                          <a:latin typeface="Calibri" panose="020F0502020204030204" pitchFamily="34" charset="0"/>
                        </a:rPr>
                        <a:t>Gender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dirty="0">
                          <a:solidFill>
                            <a:srgbClr val="000000"/>
                          </a:solidFill>
                          <a:effectLst/>
                          <a:latin typeface="Calibri" panose="020F0502020204030204" pitchFamily="34" charset="0"/>
                        </a:rPr>
                        <a:t>Customer's gender:</a:t>
                      </a:r>
                      <a:br>
                        <a:rPr lang="en-US" sz="1200" b="0" i="0" u="none" strike="noStrike" dirty="0">
                          <a:solidFill>
                            <a:srgbClr val="000000"/>
                          </a:solidFill>
                          <a:effectLst/>
                          <a:latin typeface="Calibri" panose="020F0502020204030204" pitchFamily="34" charset="0"/>
                        </a:rPr>
                      </a:br>
                      <a:r>
                        <a:rPr lang="en-US" sz="1200" b="0" i="0" u="none" strike="noStrike" dirty="0">
                          <a:solidFill>
                            <a:srgbClr val="000000"/>
                          </a:solidFill>
                          <a:effectLst/>
                          <a:latin typeface="Calibri" panose="020F0502020204030204" pitchFamily="34" charset="0"/>
                        </a:rPr>
                        <a:t>includes 2 categories: male or female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dirty="0">
                          <a:solidFill>
                            <a:srgbClr val="000000"/>
                          </a:solidFill>
                          <a:effectLst/>
                          <a:latin typeface="Calibri" panose="020F0502020204030204" pitchFamily="34" charset="0"/>
                        </a:rPr>
                        <a:t>Nominal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227589896"/>
                  </a:ext>
                </a:extLst>
              </a:tr>
              <a:tr h="413300">
                <a:tc>
                  <a:txBody>
                    <a:bodyPr/>
                    <a:lstStyle/>
                    <a:p>
                      <a:pPr algn="l" fontAlgn="ctr"/>
                      <a:r>
                        <a:rPr lang="en-US" sz="1200" b="0" i="0" u="none" strike="noStrike">
                          <a:solidFill>
                            <a:srgbClr val="000000"/>
                          </a:solidFill>
                          <a:effectLst/>
                          <a:latin typeface="Calibri" panose="020F0502020204030204" pitchFamily="34" charset="0"/>
                        </a:rPr>
                        <a:t>Sales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Total amount of payments per customer in USD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Calibri" panose="020F0502020204030204" pitchFamily="34" charset="0"/>
                        </a:rPr>
                        <a:t>Ratio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8777732"/>
                  </a:ext>
                </a:extLst>
              </a:tr>
              <a:tr h="413300">
                <a:tc>
                  <a:txBody>
                    <a:bodyPr/>
                    <a:lstStyle/>
                    <a:p>
                      <a:pPr algn="l" fontAlgn="ctr"/>
                      <a:r>
                        <a:rPr lang="en-US" sz="1200" b="0" i="0" u="none" strike="noStrike" dirty="0">
                          <a:solidFill>
                            <a:srgbClr val="000000"/>
                          </a:solidFill>
                          <a:effectLst/>
                          <a:latin typeface="Calibri" panose="020F0502020204030204" pitchFamily="34" charset="0"/>
                        </a:rPr>
                        <a:t>Orders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dirty="0">
                          <a:solidFill>
                            <a:srgbClr val="000000"/>
                          </a:solidFill>
                          <a:effectLst/>
                          <a:latin typeface="Calibri" panose="020F0502020204030204" pitchFamily="34" charset="0"/>
                        </a:rPr>
                        <a:t>Number of orders placed by the customer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dirty="0">
                          <a:solidFill>
                            <a:srgbClr val="000000"/>
                          </a:solidFill>
                          <a:effectLst/>
                          <a:latin typeface="Calibri" panose="020F0502020204030204" pitchFamily="34" charset="0"/>
                        </a:rPr>
                        <a:t>Interval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419357558"/>
                  </a:ext>
                </a:extLst>
              </a:tr>
              <a:tr h="413300">
                <a:tc>
                  <a:txBody>
                    <a:bodyPr/>
                    <a:lstStyle/>
                    <a:p>
                      <a:pPr algn="l" fontAlgn="ctr"/>
                      <a:r>
                        <a:rPr lang="en-US" sz="1200" b="0" i="0" u="none" strike="noStrike" dirty="0" err="1">
                          <a:solidFill>
                            <a:srgbClr val="000000"/>
                          </a:solidFill>
                          <a:effectLst/>
                          <a:latin typeface="Calibri" panose="020F0502020204030204" pitchFamily="34" charset="0"/>
                        </a:rPr>
                        <a:t>LoyaltyDate</a:t>
                      </a:r>
                      <a:endParaRPr lang="en-US" sz="12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a:solidFill>
                            <a:srgbClr val="000000"/>
                          </a:solidFill>
                          <a:effectLst/>
                          <a:latin typeface="Calibri" panose="020F0502020204030204" pitchFamily="34" charset="0"/>
                        </a:rPr>
                        <a:t>Date that customet joined the loyalty program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dirty="0">
                          <a:solidFill>
                            <a:srgbClr val="000000"/>
                          </a:solidFill>
                          <a:effectLst/>
                          <a:latin typeface="Calibri" panose="020F0502020204030204" pitchFamily="34" charset="0"/>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02133806"/>
                  </a:ext>
                </a:extLst>
              </a:tr>
            </a:tbl>
          </a:graphicData>
        </a:graphic>
      </p:graphicFrame>
    </p:spTree>
    <p:extLst>
      <p:ext uri="{BB962C8B-B14F-4D97-AF65-F5344CB8AC3E}">
        <p14:creationId xmlns:p14="http://schemas.microsoft.com/office/powerpoint/2010/main" val="1254086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733425"/>
            <a:ext cx="6115050" cy="514350"/>
          </a:xfrm>
        </p:spPr>
        <p:txBody>
          <a:bodyPr>
            <a:noAutofit/>
          </a:bodyPr>
          <a:lstStyle/>
          <a:p>
            <a:r>
              <a:rPr lang="en-US" dirty="0"/>
              <a:t>Data Preprocessing</a:t>
            </a:r>
          </a:p>
        </p:txBody>
      </p:sp>
      <p:sp>
        <p:nvSpPr>
          <p:cNvPr id="3" name="Content Placeholder 2"/>
          <p:cNvSpPr>
            <a:spLocks noGrp="1"/>
          </p:cNvSpPr>
          <p:nvPr>
            <p:ph idx="1"/>
          </p:nvPr>
        </p:nvSpPr>
        <p:spPr>
          <a:xfrm>
            <a:off x="3276601" y="1504440"/>
            <a:ext cx="6553200" cy="4343400"/>
          </a:xfrm>
        </p:spPr>
        <p:txBody>
          <a:bodyPr>
            <a:normAutofit/>
          </a:bodyPr>
          <a:lstStyle/>
          <a:p>
            <a:r>
              <a:rPr lang="en-US" dirty="0"/>
              <a:t>Data preprocessing and cleansing is a very important step because it increases the accuracy of the data mining.</a:t>
            </a:r>
          </a:p>
          <a:p>
            <a:r>
              <a:rPr lang="en-US" dirty="0"/>
              <a:t>The accuracy and reliability of the results of the data mining models depends on the input data. If the data is not accurate and complete the results cannot be trusted. (garbage in, garbage out!) </a:t>
            </a:r>
            <a:endParaRPr lang="en-US" sz="1600" dirty="0"/>
          </a:p>
          <a:p>
            <a:pPr>
              <a:buNone/>
            </a:pPr>
            <a:endParaRPr lang="en-US" dirty="0"/>
          </a:p>
        </p:txBody>
      </p:sp>
      <p:graphicFrame>
        <p:nvGraphicFramePr>
          <p:cNvPr id="4" name="Diagram 3"/>
          <p:cNvGraphicFramePr/>
          <p:nvPr/>
        </p:nvGraphicFramePr>
        <p:xfrm>
          <a:off x="4648200" y="3810001"/>
          <a:ext cx="4419600" cy="12386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1967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Identifying Data Quality Problems</a:t>
            </a:r>
          </a:p>
        </p:txBody>
      </p:sp>
      <p:sp>
        <p:nvSpPr>
          <p:cNvPr id="3" name="Content Placeholder 2"/>
          <p:cNvSpPr>
            <a:spLocks noGrp="1"/>
          </p:cNvSpPr>
          <p:nvPr>
            <p:ph idx="1"/>
          </p:nvPr>
        </p:nvSpPr>
        <p:spPr>
          <a:xfrm>
            <a:off x="2083838" y="1600201"/>
            <a:ext cx="8126963" cy="2200275"/>
          </a:xfrm>
        </p:spPr>
        <p:txBody>
          <a:bodyPr>
            <a:noAutofit/>
          </a:bodyPr>
          <a:lstStyle/>
          <a:p>
            <a:pPr marL="214313" indent="-214313"/>
            <a:r>
              <a:rPr lang="en-US" dirty="0"/>
              <a:t>The major quality problems pertaining real-world data are:</a:t>
            </a:r>
          </a:p>
          <a:p>
            <a:pPr lvl="1"/>
            <a:r>
              <a:rPr lang="en-US" b="1" dirty="0"/>
              <a:t>Incomplete: </a:t>
            </a:r>
            <a:r>
              <a:rPr lang="en-US" dirty="0"/>
              <a:t>containing</a:t>
            </a:r>
            <a:r>
              <a:rPr lang="en-US" b="1" dirty="0"/>
              <a:t> </a:t>
            </a:r>
            <a:r>
              <a:rPr lang="en-US" dirty="0"/>
              <a:t>missing values, missing attributes, or containing only aggregate data</a:t>
            </a:r>
          </a:p>
          <a:p>
            <a:pPr lvl="1"/>
            <a:r>
              <a:rPr lang="en-US" b="1" dirty="0"/>
              <a:t>Noisy: </a:t>
            </a:r>
            <a:r>
              <a:rPr lang="en-US" dirty="0"/>
              <a:t>containing errors or outliers</a:t>
            </a:r>
          </a:p>
          <a:p>
            <a:pPr lvl="1"/>
            <a:r>
              <a:rPr lang="en-US" b="1" dirty="0"/>
              <a:t>Inconsistent: </a:t>
            </a:r>
            <a:r>
              <a:rPr lang="en-US" dirty="0"/>
              <a:t>containing discrepancies in codes or names</a:t>
            </a:r>
          </a:p>
          <a:p>
            <a:pPr lvl="1"/>
            <a:r>
              <a:rPr lang="en-US" b="1" dirty="0"/>
              <a:t>Out dated: </a:t>
            </a:r>
            <a:r>
              <a:rPr lang="en-US" dirty="0"/>
              <a:t>include</a:t>
            </a:r>
            <a:r>
              <a:rPr lang="en-US" b="1" dirty="0"/>
              <a:t> </a:t>
            </a:r>
            <a:r>
              <a:rPr lang="en-US" dirty="0"/>
              <a:t>old and irrelevant data to the business objective</a:t>
            </a:r>
          </a:p>
          <a:p>
            <a:pPr marL="0" indent="0">
              <a:buNone/>
            </a:pPr>
            <a:endParaRPr lang="en-US" sz="1400" dirty="0"/>
          </a:p>
        </p:txBody>
      </p:sp>
      <p:graphicFrame>
        <p:nvGraphicFramePr>
          <p:cNvPr id="5" name="Chart 4">
            <a:extLst>
              <a:ext uri="{FF2B5EF4-FFF2-40B4-BE49-F238E27FC236}">
                <a16:creationId xmlns:a16="http://schemas.microsoft.com/office/drawing/2014/main" id="{CEFCD651-E405-4D1D-BDB0-F1E1055DBBF8}"/>
              </a:ext>
            </a:extLst>
          </p:cNvPr>
          <p:cNvGraphicFramePr>
            <a:graphicFrameLocks/>
          </p:cNvGraphicFramePr>
          <p:nvPr/>
        </p:nvGraphicFramePr>
        <p:xfrm>
          <a:off x="7235108" y="3866269"/>
          <a:ext cx="2871788" cy="2200275"/>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7432A08A-0CCA-4BC9-9109-47B5A4F0972A}"/>
              </a:ext>
            </a:extLst>
          </p:cNvPr>
          <p:cNvSpPr/>
          <p:nvPr/>
        </p:nvSpPr>
        <p:spPr>
          <a:xfrm>
            <a:off x="2097948" y="3733800"/>
            <a:ext cx="5033256" cy="2369880"/>
          </a:xfrm>
          <a:prstGeom prst="rect">
            <a:avLst/>
          </a:prstGeom>
        </p:spPr>
        <p:txBody>
          <a:bodyPr wrap="square">
            <a:spAutoFit/>
          </a:bodyPr>
          <a:lstStyle/>
          <a:p>
            <a:pPr marL="342900" indent="-342900">
              <a:buFont typeface="Arial" panose="020B0604020202020204" pitchFamily="34" charset="0"/>
              <a:buChar char="•"/>
            </a:pPr>
            <a:r>
              <a:rPr lang="en-US" sz="2000" dirty="0"/>
              <a:t>Visualization of the data helps to understand the data problems:</a:t>
            </a:r>
          </a:p>
          <a:p>
            <a:pPr lvl="1"/>
            <a:r>
              <a:rPr lang="en-US" dirty="0"/>
              <a:t>Frequency Distributions, Pie Charts, Bar Charts and scatter plots help identify potential problems (for example if data values are out of acceptable range if will be immediately noted in a bar chart or a scatter plot)</a:t>
            </a:r>
          </a:p>
        </p:txBody>
      </p:sp>
      <p:sp>
        <p:nvSpPr>
          <p:cNvPr id="8" name="Oval 7">
            <a:extLst>
              <a:ext uri="{FF2B5EF4-FFF2-40B4-BE49-F238E27FC236}">
                <a16:creationId xmlns:a16="http://schemas.microsoft.com/office/drawing/2014/main" id="{72D65C7D-9A93-4FC8-A6A7-58908F0C3C71}"/>
              </a:ext>
            </a:extLst>
          </p:cNvPr>
          <p:cNvSpPr/>
          <p:nvPr/>
        </p:nvSpPr>
        <p:spPr>
          <a:xfrm>
            <a:off x="9448801" y="5029201"/>
            <a:ext cx="389467" cy="766437"/>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247053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Data Quality Problems</a:t>
            </a:r>
          </a:p>
        </p:txBody>
      </p:sp>
      <p:sp>
        <p:nvSpPr>
          <p:cNvPr id="3" name="Content Placeholder 2"/>
          <p:cNvSpPr>
            <a:spLocks noGrp="1"/>
          </p:cNvSpPr>
          <p:nvPr>
            <p:ph idx="1"/>
          </p:nvPr>
        </p:nvSpPr>
        <p:spPr/>
        <p:txBody>
          <a:bodyPr>
            <a:normAutofit fontScale="85000" lnSpcReduction="20000"/>
          </a:bodyPr>
          <a:lstStyle/>
          <a:p>
            <a:pPr>
              <a:lnSpc>
                <a:spcPct val="80000"/>
              </a:lnSpc>
            </a:pPr>
            <a:r>
              <a:rPr lang="en-US" dirty="0"/>
              <a:t>Missing Values</a:t>
            </a:r>
          </a:p>
          <a:p>
            <a:pPr lvl="1">
              <a:lnSpc>
                <a:spcPct val="80000"/>
              </a:lnSpc>
            </a:pPr>
            <a:r>
              <a:rPr lang="en-US" dirty="0"/>
              <a:t>Missing or Incomplete data – files or records within a file that have missing fields or periods of coverage.</a:t>
            </a:r>
          </a:p>
          <a:p>
            <a:pPr lvl="0"/>
            <a:endParaRPr lang="en-US" dirty="0"/>
          </a:p>
          <a:p>
            <a:pPr lvl="0"/>
            <a:r>
              <a:rPr lang="en-US" dirty="0"/>
              <a:t>Outliers</a:t>
            </a:r>
          </a:p>
          <a:p>
            <a:pPr lvl="1"/>
            <a:r>
              <a:rPr lang="en-US" dirty="0"/>
              <a:t>Data out of range – If a test results range from 0-100.  A value of 300 is out of valid range.  </a:t>
            </a:r>
          </a:p>
          <a:p>
            <a:pPr lvl="0"/>
            <a:endParaRPr lang="en-US" dirty="0"/>
          </a:p>
          <a:p>
            <a:pPr lvl="0"/>
            <a:r>
              <a:rPr lang="en-US" dirty="0"/>
              <a:t>Duplicates</a:t>
            </a:r>
          </a:p>
          <a:p>
            <a:pPr lvl="1"/>
            <a:r>
              <a:rPr lang="en-US" dirty="0"/>
              <a:t>Multiple records for the same occurrence of an event (multiple records of a purchase order.)</a:t>
            </a:r>
          </a:p>
          <a:p>
            <a:pPr lvl="0"/>
            <a:endParaRPr lang="en-US" dirty="0"/>
          </a:p>
          <a:p>
            <a:pPr lvl="0"/>
            <a:r>
              <a:rPr lang="en-US" dirty="0"/>
              <a:t>Errors</a:t>
            </a:r>
          </a:p>
          <a:p>
            <a:pPr lvl="1"/>
            <a:r>
              <a:rPr lang="en-US" dirty="0"/>
              <a:t>Invalid data – data that is just plain wrong, incorrect.</a:t>
            </a:r>
          </a:p>
          <a:p>
            <a:pPr lvl="1"/>
            <a:r>
              <a:rPr lang="en-US" dirty="0"/>
              <a:t>Bad format data – fields that should be formatted in a particular manner are not.  For example date fields that should be in </a:t>
            </a:r>
            <a:r>
              <a:rPr lang="en-US" dirty="0" err="1"/>
              <a:t>ddmmyy</a:t>
            </a:r>
            <a:r>
              <a:rPr lang="en-US" dirty="0"/>
              <a:t> format are recorded as </a:t>
            </a:r>
            <a:r>
              <a:rPr lang="en-US" dirty="0" err="1"/>
              <a:t>ddmmmyyyy</a:t>
            </a:r>
            <a:r>
              <a:rPr lang="en-US" dirty="0"/>
              <a:t>.</a:t>
            </a:r>
          </a:p>
          <a:p>
            <a:r>
              <a:rPr lang="en-US" dirty="0"/>
              <a:t>Inconsistencies</a:t>
            </a:r>
          </a:p>
          <a:p>
            <a:pPr lvl="1"/>
            <a:r>
              <a:rPr lang="en-US" dirty="0"/>
              <a:t>Mixed data – in some cases differing types of data or even multiple data files are intermixed.</a:t>
            </a:r>
          </a:p>
          <a:p>
            <a:pPr lvl="1"/>
            <a:r>
              <a:rPr lang="en-US" dirty="0"/>
              <a:t>Heterogeneity in units of measure in an attribute</a:t>
            </a:r>
          </a:p>
          <a:p>
            <a:pPr lvl="1"/>
            <a:endParaRPr lang="en-US" dirty="0"/>
          </a:p>
          <a:p>
            <a:pPr lvl="1"/>
            <a:endParaRPr lang="en-US" dirty="0"/>
          </a:p>
          <a:p>
            <a:pPr lvl="0"/>
            <a:endParaRPr lang="en-US" dirty="0"/>
          </a:p>
          <a:p>
            <a:endParaRPr lang="en-US" dirty="0"/>
          </a:p>
        </p:txBody>
      </p:sp>
    </p:spTree>
    <p:extLst>
      <p:ext uri="{BB962C8B-B14F-4D97-AF65-F5344CB8AC3E}">
        <p14:creationId xmlns:p14="http://schemas.microsoft.com/office/powerpoint/2010/main" val="2754483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en-US" dirty="0"/>
              <a:t>Handling Missing Data</a:t>
            </a:r>
          </a:p>
        </p:txBody>
      </p:sp>
      <p:sp>
        <p:nvSpPr>
          <p:cNvPr id="54274" name="Content Placeholder 2"/>
          <p:cNvSpPr>
            <a:spLocks noGrp="1"/>
          </p:cNvSpPr>
          <p:nvPr>
            <p:ph sz="quarter" idx="1"/>
          </p:nvPr>
        </p:nvSpPr>
        <p:spPr>
          <a:xfrm>
            <a:off x="2527299" y="1690687"/>
            <a:ext cx="8229600" cy="4114800"/>
          </a:xfrm>
        </p:spPr>
        <p:txBody>
          <a:bodyPr>
            <a:noAutofit/>
          </a:bodyPr>
          <a:lstStyle/>
          <a:p>
            <a:pPr eaLnBrk="1" hangingPunct="1"/>
            <a:r>
              <a:rPr lang="en-US" altLang="en-US" sz="2400" dirty="0"/>
              <a:t>Most algorithms will not process records with missing values. </a:t>
            </a:r>
          </a:p>
          <a:p>
            <a:pPr eaLnBrk="1" hangingPunct="1"/>
            <a:endParaRPr lang="en-US" altLang="en-US" sz="2400" dirty="0"/>
          </a:p>
          <a:p>
            <a:pPr eaLnBrk="1" hangingPunct="1"/>
            <a:r>
              <a:rPr lang="en-US" altLang="en-US" sz="2400" dirty="0"/>
              <a:t>Solution 1: Omission</a:t>
            </a:r>
          </a:p>
          <a:p>
            <a:pPr marL="742950" lvl="1" indent="-285750"/>
            <a:r>
              <a:rPr lang="en-US" altLang="en-US" sz="2000" dirty="0"/>
              <a:t>If a small number of records have several missing attributes, omit them</a:t>
            </a:r>
          </a:p>
          <a:p>
            <a:pPr marL="742950" lvl="1" indent="-285750"/>
            <a:r>
              <a:rPr lang="en-US" altLang="en-US" sz="2000" dirty="0"/>
              <a:t>If many records have missing values on a small set of attributes, drop those attributes (or use proxies)</a:t>
            </a:r>
          </a:p>
          <a:p>
            <a:pPr marL="742950" lvl="1" indent="-285750"/>
            <a:r>
              <a:rPr lang="en-US" altLang="en-US" sz="2000" dirty="0"/>
              <a:t>If many records have missing values, omission is not practical</a:t>
            </a:r>
          </a:p>
          <a:p>
            <a:pPr eaLnBrk="1" hangingPunct="1"/>
            <a:r>
              <a:rPr lang="en-US" altLang="en-US" sz="2400" dirty="0"/>
              <a:t>Solution 2: Imputation </a:t>
            </a:r>
          </a:p>
          <a:p>
            <a:pPr marL="742950" lvl="1" indent="-285750"/>
            <a:r>
              <a:rPr lang="en-US" altLang="en-US" sz="2000" dirty="0"/>
              <a:t>Replace missing values with reasonable substitutes</a:t>
            </a:r>
          </a:p>
          <a:p>
            <a:pPr marL="742950" lvl="1" indent="-285750"/>
            <a:r>
              <a:rPr lang="en-US" altLang="en-US" sz="2000" dirty="0"/>
              <a:t>Keep the record and use the rest of its (non-missing) information</a:t>
            </a:r>
          </a:p>
        </p:txBody>
      </p:sp>
    </p:spTree>
    <p:extLst>
      <p:ext uri="{BB962C8B-B14F-4D97-AF65-F5344CB8AC3E}">
        <p14:creationId xmlns:p14="http://schemas.microsoft.com/office/powerpoint/2010/main" val="1786094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7299" y="681036"/>
            <a:ext cx="8826500" cy="1009651"/>
          </a:xfrm>
        </p:spPr>
        <p:txBody>
          <a:bodyPr anchor="ctr">
            <a:normAutofit/>
          </a:bodyPr>
          <a:lstStyle/>
          <a:p>
            <a:r>
              <a:rPr lang="en-US" dirty="0"/>
              <a:t>Encoding Categorial Features</a:t>
            </a:r>
          </a:p>
        </p:txBody>
      </p:sp>
      <p:sp>
        <p:nvSpPr>
          <p:cNvPr id="3" name="Content Placeholder 2"/>
          <p:cNvSpPr>
            <a:spLocks noGrp="1"/>
          </p:cNvSpPr>
          <p:nvPr>
            <p:ph sz="half" idx="1"/>
          </p:nvPr>
        </p:nvSpPr>
        <p:spPr>
          <a:xfrm>
            <a:off x="2369125" y="1825625"/>
            <a:ext cx="4346943" cy="4351338"/>
          </a:xfrm>
        </p:spPr>
        <p:txBody>
          <a:bodyPr>
            <a:normAutofit/>
          </a:bodyPr>
          <a:lstStyle/>
          <a:p>
            <a:r>
              <a:rPr lang="en-US" sz="1300" u="sng" dirty="0"/>
              <a:t>Dummy Coding</a:t>
            </a:r>
          </a:p>
          <a:p>
            <a:endParaRPr lang="en-US" sz="1300" u="sng" dirty="0"/>
          </a:p>
          <a:p>
            <a:pPr marL="0" indent="0">
              <a:buNone/>
            </a:pPr>
            <a:r>
              <a:rPr lang="en-US" sz="1300" dirty="0"/>
              <a:t>Dummy coding transforms categorical predictors into numerical values so that modeling algorithms (like linear regressions) can use them. Dummy coding uses only 1 and 0 in order to provide all the information needed about group membership.</a:t>
            </a:r>
          </a:p>
          <a:p>
            <a:pPr marL="0" indent="0">
              <a:buNone/>
            </a:pPr>
            <a:endParaRPr lang="en-US" sz="1300" dirty="0"/>
          </a:p>
          <a:p>
            <a:pPr marL="0" indent="0">
              <a:buNone/>
            </a:pPr>
            <a:r>
              <a:rPr lang="en-US" sz="1300" dirty="0"/>
              <a:t> In order to create the dummy variables (as exemplified on the right side), we will use the following procedure:</a:t>
            </a:r>
          </a:p>
          <a:p>
            <a:pPr marL="0" indent="0">
              <a:buNone/>
            </a:pPr>
            <a:endParaRPr lang="en-US" sz="1300" dirty="0"/>
          </a:p>
          <a:p>
            <a:pPr marL="0" indent="0">
              <a:buNone/>
            </a:pPr>
            <a:r>
              <a:rPr lang="en-US" sz="1300" dirty="0"/>
              <a:t>For the first dummy variable (d1), every observation in group one (grp)  will be coded as 1 and all other groups will be coded as 0.  For d2, we will code as 1 if the observation is in group 2 (second row of grp)  or 0 if it is not. The same procedure is repeated for every new dummy variable until all nominal categories are covered.</a:t>
            </a:r>
          </a:p>
        </p:txBody>
      </p:sp>
      <p:pic>
        <p:nvPicPr>
          <p:cNvPr id="5" name="Picture 4"/>
          <p:cNvPicPr>
            <a:picLocks noChangeAspect="1"/>
          </p:cNvPicPr>
          <p:nvPr/>
        </p:nvPicPr>
        <p:blipFill>
          <a:blip r:embed="rId2"/>
          <a:stretch>
            <a:fillRect/>
          </a:stretch>
        </p:blipFill>
        <p:spPr>
          <a:xfrm>
            <a:off x="7819692" y="1825625"/>
            <a:ext cx="2721270" cy="4351338"/>
          </a:xfrm>
          <a:prstGeom prst="rect">
            <a:avLst/>
          </a:prstGeom>
          <a:noFill/>
        </p:spPr>
      </p:pic>
    </p:spTree>
    <p:extLst>
      <p:ext uri="{BB962C8B-B14F-4D97-AF65-F5344CB8AC3E}">
        <p14:creationId xmlns:p14="http://schemas.microsoft.com/office/powerpoint/2010/main" val="344519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7B05-EE2E-695C-0149-76CD07F1336F}"/>
              </a:ext>
            </a:extLst>
          </p:cNvPr>
          <p:cNvSpPr>
            <a:spLocks noGrp="1"/>
          </p:cNvSpPr>
          <p:nvPr>
            <p:ph type="title"/>
          </p:nvPr>
        </p:nvSpPr>
        <p:spPr>
          <a:xfrm>
            <a:off x="2527299" y="681036"/>
            <a:ext cx="8826500" cy="1009651"/>
          </a:xfrm>
        </p:spPr>
        <p:txBody>
          <a:bodyPr anchor="ctr">
            <a:normAutofit/>
          </a:bodyPr>
          <a:lstStyle/>
          <a:p>
            <a:r>
              <a:rPr lang="en-US" dirty="0"/>
              <a:t>Let’s practice data wrangling with Python!</a:t>
            </a:r>
          </a:p>
        </p:txBody>
      </p:sp>
      <p:pic>
        <p:nvPicPr>
          <p:cNvPr id="1026" name="Picture 2" descr="upload.wikimedia.org/wikipedia/commons/thumb/c/c3/...">
            <a:extLst>
              <a:ext uri="{FF2B5EF4-FFF2-40B4-BE49-F238E27FC236}">
                <a16:creationId xmlns:a16="http://schemas.microsoft.com/office/drawing/2014/main" id="{5E8B4F04-B5ED-CAAE-73E1-31EF54C3ADB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2592440"/>
            <a:ext cx="1673120" cy="1673120"/>
          </a:xfrm>
          <a:prstGeom prst="rect">
            <a:avLst/>
          </a:prstGeom>
          <a:solidFill>
            <a:srgbClr val="FFFFFF"/>
          </a:solidFill>
        </p:spPr>
      </p:pic>
    </p:spTree>
    <p:extLst>
      <p:ext uri="{BB962C8B-B14F-4D97-AF65-F5344CB8AC3E}">
        <p14:creationId xmlns:p14="http://schemas.microsoft.com/office/powerpoint/2010/main" val="856246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924C-3431-4CE1-9F1B-DF1EF5A6471D}"/>
              </a:ext>
            </a:extLst>
          </p:cNvPr>
          <p:cNvSpPr>
            <a:spLocks noGrp="1"/>
          </p:cNvSpPr>
          <p:nvPr>
            <p:ph type="title"/>
          </p:nvPr>
        </p:nvSpPr>
        <p:spPr>
          <a:xfrm>
            <a:off x="666044" y="681036"/>
            <a:ext cx="10687755" cy="1009651"/>
          </a:xfrm>
        </p:spPr>
        <p:txBody>
          <a:bodyPr anchor="ctr">
            <a:normAutofit/>
          </a:bodyPr>
          <a:lstStyle/>
          <a:p>
            <a:r>
              <a:rPr lang="en-US" dirty="0"/>
              <a:t>In-Class Practice</a:t>
            </a:r>
          </a:p>
        </p:txBody>
      </p:sp>
      <p:graphicFrame>
        <p:nvGraphicFramePr>
          <p:cNvPr id="5" name="Content Placeholder 2">
            <a:extLst>
              <a:ext uri="{FF2B5EF4-FFF2-40B4-BE49-F238E27FC236}">
                <a16:creationId xmlns:a16="http://schemas.microsoft.com/office/drawing/2014/main" id="{57E04FA9-ECF9-539B-D4D6-F63860CEB82D}"/>
              </a:ext>
            </a:extLst>
          </p:cNvPr>
          <p:cNvGraphicFramePr>
            <a:graphicFrameLocks noGrp="1"/>
          </p:cNvGraphicFramePr>
          <p:nvPr>
            <p:ph idx="1"/>
            <p:extLst>
              <p:ext uri="{D42A27DB-BD31-4B8C-83A1-F6EECF244321}">
                <p14:modId xmlns:p14="http://schemas.microsoft.com/office/powerpoint/2010/main" val="1572259435"/>
              </p:ext>
            </p:extLst>
          </p:nvPr>
        </p:nvGraphicFramePr>
        <p:xfrm>
          <a:off x="666045" y="1825627"/>
          <a:ext cx="10687756"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7572952"/>
      </p:ext>
    </p:extLst>
  </p:cSld>
  <p:clrMapOvr>
    <a:masterClrMapping/>
  </p:clrMapOvr>
</p:sld>
</file>

<file path=ppt/theme/theme1.xml><?xml version="1.0" encoding="utf-8"?>
<a:theme xmlns:a="http://schemas.openxmlformats.org/drawingml/2006/main" name="FIU">
  <a:themeElements>
    <a:clrScheme name="Custom 2">
      <a:dk1>
        <a:srgbClr val="000000"/>
      </a:dk1>
      <a:lt1>
        <a:srgbClr val="FFFFFF"/>
      </a:lt1>
      <a:dk2>
        <a:srgbClr val="44546A"/>
      </a:dk2>
      <a:lt2>
        <a:srgbClr val="E7E6E6"/>
      </a:lt2>
      <a:accent1>
        <a:srgbClr val="071F3E"/>
      </a:accent1>
      <a:accent2>
        <a:srgbClr val="C4960B"/>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U" id="{BA563A15-D795-48B3-B708-19D537B0F75D}" vid="{4CCCEB0E-FBAA-4217-86E9-0904380A8C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b1c1e92-83ed-46d5-a8cf-12ee9cc90cf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5C6F2E2FF851548B23BFE106D09DE33" ma:contentTypeVersion="15" ma:contentTypeDescription="Create a new document." ma:contentTypeScope="" ma:versionID="382b02c86b64670dfb0090da270cf062">
  <xsd:schema xmlns:xsd="http://www.w3.org/2001/XMLSchema" xmlns:xs="http://www.w3.org/2001/XMLSchema" xmlns:p="http://schemas.microsoft.com/office/2006/metadata/properties" xmlns:ns3="70c3101e-5fd0-49a2-b010-47dbdb47d369" xmlns:ns4="7b1c1e92-83ed-46d5-a8cf-12ee9cc90cf8" targetNamespace="http://schemas.microsoft.com/office/2006/metadata/properties" ma:root="true" ma:fieldsID="094f7104d4560baa006193aabdb0d0ce" ns3:_="" ns4:_="">
    <xsd:import namespace="70c3101e-5fd0-49a2-b010-47dbdb47d369"/>
    <xsd:import namespace="7b1c1e92-83ed-46d5-a8cf-12ee9cc90cf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_activity" minOccurs="0"/>
                <xsd:element ref="ns4:MediaServiceObjectDetectorVersions" minOccurs="0"/>
                <xsd:element ref="ns4:MediaServiceAutoTags" minOccurs="0"/>
                <xsd:element ref="ns4:MediaServiceOCR" minOccurs="0"/>
                <xsd:element ref="ns4:MediaServiceGenerationTime" minOccurs="0"/>
                <xsd:element ref="ns4:MediaServiceEventHashCode" minOccurs="0"/>
                <xsd:element ref="ns4:MediaServiceSearchProperties"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3101e-5fd0-49a2-b010-47dbdb47d369"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1c1e92-83ed-46d5-a8cf-12ee9cc90cf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11E663-5B5C-4F04-9262-8A19423530AC}">
  <ds:schemaRefs>
    <ds:schemaRef ds:uri="http://schemas.microsoft.com/office/2006/metadata/properties"/>
    <ds:schemaRef ds:uri="http://www.w3.org/XML/1998/namespace"/>
    <ds:schemaRef ds:uri="http://schemas.microsoft.com/office/2006/documentManagement/types"/>
    <ds:schemaRef ds:uri="http://purl.org/dc/dcmitype/"/>
    <ds:schemaRef ds:uri="7b1c1e92-83ed-46d5-a8cf-12ee9cc90cf8"/>
    <ds:schemaRef ds:uri="http://purl.org/dc/terms/"/>
    <ds:schemaRef ds:uri="http://schemas.openxmlformats.org/package/2006/metadata/core-properties"/>
    <ds:schemaRef ds:uri="http://schemas.microsoft.com/office/infopath/2007/PartnerControls"/>
    <ds:schemaRef ds:uri="http://purl.org/dc/elements/1.1/"/>
    <ds:schemaRef ds:uri="70c3101e-5fd0-49a2-b010-47dbdb47d369"/>
  </ds:schemaRefs>
</ds:datastoreItem>
</file>

<file path=customXml/itemProps2.xml><?xml version="1.0" encoding="utf-8"?>
<ds:datastoreItem xmlns:ds="http://schemas.openxmlformats.org/officeDocument/2006/customXml" ds:itemID="{817D0974-0C52-46EA-B625-D9AAF6133AB8}">
  <ds:schemaRefs>
    <ds:schemaRef ds:uri="http://schemas.microsoft.com/sharepoint/v3/contenttype/forms"/>
  </ds:schemaRefs>
</ds:datastoreItem>
</file>

<file path=customXml/itemProps3.xml><?xml version="1.0" encoding="utf-8"?>
<ds:datastoreItem xmlns:ds="http://schemas.openxmlformats.org/officeDocument/2006/customXml" ds:itemID="{DB0C9EA7-338B-4409-BE8B-BE073BFFBF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c3101e-5fd0-49a2-b010-47dbdb47d369"/>
    <ds:schemaRef ds:uri="7b1c1e92-83ed-46d5-a8cf-12ee9cc90c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FIU</Template>
  <TotalTime>6864</TotalTime>
  <Words>832</Words>
  <Application>Microsoft Office PowerPoint</Application>
  <PresentationFormat>Widescreen</PresentationFormat>
  <Paragraphs>111</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FIU</vt:lpstr>
      <vt:lpstr>Module 2  Data Manipulation with Python</vt:lpstr>
      <vt:lpstr>What is pandas?</vt:lpstr>
      <vt:lpstr>Metadata</vt:lpstr>
      <vt:lpstr>Data Preprocessing</vt:lpstr>
      <vt:lpstr>Identifying Data Quality Problems</vt:lpstr>
      <vt:lpstr>Examples of Data Quality Problems</vt:lpstr>
      <vt:lpstr>Handling Missing Data</vt:lpstr>
      <vt:lpstr>Encoding Categorial Features</vt:lpstr>
      <vt:lpstr>Let’s practice data wrangling with Python!</vt:lpstr>
      <vt:lpstr>In-Class 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Tala Mirzaei</dc:creator>
  <cp:lastModifiedBy>Tala Mirzaei</cp:lastModifiedBy>
  <cp:revision>6</cp:revision>
  <dcterms:created xsi:type="dcterms:W3CDTF">2024-07-31T19:13:47Z</dcterms:created>
  <dcterms:modified xsi:type="dcterms:W3CDTF">2024-08-26T18:30:35Z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0x01010005C6F2E2FF851548B23BFE106D09DE33</vt:lpwstr>
  </property>
</Properties>
</file>